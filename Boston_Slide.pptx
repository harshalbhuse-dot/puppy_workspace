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1D_4E67EC35.xml" ContentType="application/vnd.ms-powerpoint.comment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30CC4C-62A4-5194-CB5A-D473AA4498DB}" name="Maggie Cai" initials="MC" userId="S::mcai3@homeoffice.wal-mart.com::cf572a44-3b8c-4eac-8342-45a9ce522695" providerId="AD"/>
  <p188:author id="{1E1F6C4D-07CB-9F3C-E6A2-7773110125D3}" name="Jahnvi Patel" initials="JP" userId="S::j0p0ood@homeoffice.wal-mart.com::4efeb1d5-614e-4157-b063-e57def7a2f73" providerId="AD"/>
  <p188:author id="{C2B2358D-AFE3-9F5C-A701-C238FBA8E984}" name="Maggie Cai" initials="MC" userId="S::mcai3@HOMEOFFICE.wal-mart.com::cf572a44-3b8c-4eac-8342-45a9ce522695" providerId="AD"/>
  <p188:author id="{BB519D92-7981-5D78-C35B-547B4FEE2158}" name="Hulya Duygu Yigit" initials="HDY" userId="S::h0y02xa@homeoffice.wal-mart.com::22e73f66-f33d-4627-b282-96dfe03a0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1"/>
  </p:normalViewPr>
  <p:slideViewPr>
    <p:cSldViewPr snapToGrid="0">
      <p:cViewPr varScale="1">
        <p:scale>
          <a:sx n="91" d="100"/>
          <a:sy n="91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8/10/relationships/authors" Target="authors.xml"/></Relationships>
</file>

<file path=ppt/comments/modernComment_11D_4E67EC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5DF1C7-7A5A-47E8-8F4E-E59A2B6C3A77}" authorId="{1E1F6C4D-07CB-9F3C-E6A2-7773110125D3}" created="2026-01-17T22:35:06.8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5433525" sldId="285"/>
      <ac:spMk id="2" creationId="{BADD5845-6CD3-F7D4-F406-EDAC2F1294D7}"/>
      <ac:txMk cp="0" len="11">
        <ac:context len="12" hash="783350484"/>
      </ac:txMk>
    </ac:txMkLst>
    <p188:pos x="1369412" y="234971"/>
    <p188:replyLst>
      <p188:reply id="{60BFA296-B70B-D74E-84BE-B3651190DB5A}" authorId="{BB519D92-7981-5D78-C35B-547B4FEE2158}" created="2026-01-17T23:18:43.393">
        <p188:txBody>
          <a:bodyPr/>
          <a:lstStyle/>
          <a:p>
            <a:r>
              <a:rPr lang="en-US"/>
              <a:t>[@Maggie Cai] i removed it. I do not think we need to mark it on this map. 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01-19T07:21:44.696" authorId="{9730CC4C-62A4-5194-CB5A-D473AA4498DB}"/>
              </p223:rxn>
            </p223:reactions>
          </p:ext>
        </p188:extLst>
      </p188:reply>
    </p188:replyLst>
    <p188:txBody>
      <a:bodyPr/>
      <a:lstStyle/>
      <a:p>
        <a:r>
          <a:rPr lang="en-US"/>
          <a:t>[@Hulya] [@Maggie] - please review the map on this slide. Methuen is off the map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8D631-E27C-1B42-AC55-061F8CF8FBF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BFD17-7CBF-374C-8E7B-8CDD32D2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4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E25F-6FE5-E0EA-E330-E38E7A6C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D171E-F12C-B88F-6462-EF73CB9F2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9DB23-F5A0-97D1-99F4-C9E7569DF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store sales. </a:t>
            </a:r>
          </a:p>
          <a:p>
            <a:r>
              <a:rPr lang="en-US"/>
              <a:t>Add rank for digital </a:t>
            </a:r>
          </a:p>
          <a:p>
            <a:r>
              <a:rPr lang="en-US"/>
              <a:t>How many Walmart Depots already approved (Rosedale in Aug, asking for 3 more)</a:t>
            </a:r>
          </a:p>
          <a:p>
            <a:r>
              <a:rPr lang="en-US"/>
              <a:t>Add when in FY26 we launch Farmingdale (quarters for everything)</a:t>
            </a:r>
          </a:p>
          <a:p>
            <a:endParaRPr lang="en-US"/>
          </a:p>
          <a:p>
            <a:r>
              <a:rPr lang="en-US"/>
              <a:t>Why have we not launched IP already </a:t>
            </a:r>
          </a:p>
          <a:p>
            <a:r>
              <a:rPr lang="en-US"/>
              <a:t>Add milky way data in the notes</a:t>
            </a:r>
          </a:p>
          <a:p>
            <a:r>
              <a:rPr lang="en-US"/>
              <a:t>Get a soundbite on incrementality from speed with IP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39946-441D-1C39-F3BE-44E9C82D3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6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71A0B-55BC-4FA3-A01C-47F6B6FC9B2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666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3268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38721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D80B1E-0FFD-E36A-9B9D-7693C2215C5D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10E54D56-BCC1-583F-F5A3-75396B83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A8A04D-DAA6-2A45-81F9-86C3BDD6CC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287" r="75062" b="3"/>
          <a:stretch/>
        </p:blipFill>
        <p:spPr>
          <a:xfrm rot="16200000">
            <a:off x="2972387" y="-2972383"/>
            <a:ext cx="6247233" cy="12192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7803" y="3644903"/>
            <a:ext cx="6934201" cy="1668483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6599" b="0" i="0" kern="1200" spc="0" baseline="0" dirty="0">
                <a:solidFill>
                  <a:schemeClr val="accent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9825275-A1A1-9D9D-52A4-AED955FA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DEAB7-1722-9400-0122-C5080EA1565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00150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22F07-1C6F-CF63-71E2-AE3062CD2A8F}"/>
              </a:ext>
            </a:extLst>
          </p:cNvPr>
          <p:cNvCxnSpPr/>
          <p:nvPr userDrawn="1"/>
        </p:nvCxnSpPr>
        <p:spPr>
          <a:xfrm>
            <a:off x="11242428" y="374060"/>
            <a:ext cx="0" cy="27432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FD4804F-BF81-E1B4-0623-1F7E4964DD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96363" y="341273"/>
            <a:ext cx="1950752" cy="366713"/>
          </a:xfrm>
          <a:noFill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D904B-332C-EF12-2564-8949AFFA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061D0C-4669-19DF-74EA-C06DC16D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7E6AB3B-66E5-45CE-B641-68831125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25290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AB552F5-5973-A299-C374-60F61DF56AE8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A5CEDE0-F098-79AD-B829-FA6FE55E99CB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837816A-DF14-BE64-3179-2A74686278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9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9831" y="1033272"/>
            <a:ext cx="8648608" cy="5177632"/>
          </a:xfrm>
        </p:spPr>
        <p:txBody>
          <a:bodyPr/>
          <a:lstStyle>
            <a:lvl1pPr marL="0" indent="0">
              <a:lnSpc>
                <a:spcPts val="3799"/>
              </a:lnSpc>
              <a:spcBef>
                <a:spcPts val="0"/>
              </a:spcBef>
              <a:spcAft>
                <a:spcPts val="0"/>
              </a:spcAft>
              <a:tabLst>
                <a:tab pos="6252561" algn="r"/>
              </a:tabLst>
              <a:defRPr lang="en-US" sz="3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styles	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AEB9A18-6427-695F-6AC0-B17A38466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8D820D-C90B-9F4F-194C-4AC23952B8D2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FC91-3A19-82E3-57EE-583D6466CA5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292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A6F0C1-C469-AC7F-F50A-3617CEF535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6966" y="1088136"/>
            <a:ext cx="7612370" cy="4416552"/>
          </a:xfrm>
        </p:spPr>
        <p:txBody>
          <a:bodyPr numCol="2" spcCol="365760"/>
          <a:lstStyle>
            <a:lvl1pPr marL="371344" indent="-371344">
              <a:lnSpc>
                <a:spcPts val="2300"/>
              </a:lnSpc>
              <a:spcBef>
                <a:spcPts val="0"/>
              </a:spcBef>
              <a:spcAft>
                <a:spcPts val="1550"/>
              </a:spcAft>
              <a:buFont typeface="+mj-lt"/>
              <a:buAutoNum type="arabicPeriod"/>
              <a:defRPr sz="1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94AE67-4CA4-15A1-2B54-97BF8D9BDDC3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A2040A6-5563-DD14-51FB-EF9850DF5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76779-C820-7E03-A8A5-0B77C6A4947A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384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84DD5BD4-8A5C-1CDF-3014-641D7F9BCB3B}"/>
              </a:ext>
            </a:extLst>
          </p:cNvPr>
          <p:cNvSpPr/>
          <p:nvPr/>
        </p:nvSpPr>
        <p:spPr>
          <a:xfrm>
            <a:off x="341402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F6E1D8-58BE-EE28-CA50-34E407DC08A3}"/>
              </a:ext>
            </a:extLst>
          </p:cNvPr>
          <p:cNvSpPr/>
          <p:nvPr/>
        </p:nvSpPr>
        <p:spPr>
          <a:xfrm>
            <a:off x="6188317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7700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7700" y="3207446"/>
            <a:ext cx="5309875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18499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8502" y="3207446"/>
            <a:ext cx="4836889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rinci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E0E1680-F589-C4E1-A54B-960E0FA9F8ED}"/>
              </a:ext>
            </a:extLst>
          </p:cNvPr>
          <p:cNvSpPr/>
          <p:nvPr/>
        </p:nvSpPr>
        <p:spPr>
          <a:xfrm>
            <a:off x="3268661" y="2896822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3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F7C52D1-9985-29FC-C893-02C68E585187}"/>
              </a:ext>
            </a:extLst>
          </p:cNvPr>
          <p:cNvSpPr/>
          <p:nvPr/>
        </p:nvSpPr>
        <p:spPr>
          <a:xfrm>
            <a:off x="3268661" y="468653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8 h 3197913"/>
              <a:gd name="connsiteX2" fmla="*/ 17241700 w 17241700"/>
              <a:gd name="connsiteY2" fmla="*/ 2789886 h 3197913"/>
              <a:gd name="connsiteX3" fmla="*/ 16833672 w 17241700"/>
              <a:gd name="connsiteY3" fmla="*/ 3197914 h 3197913"/>
              <a:gd name="connsiteX4" fmla="*/ 408027 w 17241700"/>
              <a:gd name="connsiteY4" fmla="*/ 3197914 h 3197913"/>
              <a:gd name="connsiteX5" fmla="*/ -1 w 17241700"/>
              <a:gd name="connsiteY5" fmla="*/ 2789886 h 3197913"/>
              <a:gd name="connsiteX6" fmla="*/ -1 w 17241700"/>
              <a:gd name="connsiteY6" fmla="*/ 408028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1"/>
                  <a:pt x="17241700" y="408028"/>
                </a:cubicBezTo>
                <a:lnTo>
                  <a:pt x="17241700" y="2789886"/>
                </a:lnTo>
                <a:cubicBezTo>
                  <a:pt x="17241700" y="3015233"/>
                  <a:pt x="17059020" y="3197914"/>
                  <a:pt x="16833672" y="3197914"/>
                </a:cubicBezTo>
                <a:lnTo>
                  <a:pt x="408027" y="3197914"/>
                </a:lnTo>
                <a:cubicBezTo>
                  <a:pt x="182679" y="3197914"/>
                  <a:pt x="-1" y="3015233"/>
                  <a:pt x="-1" y="2789886"/>
                </a:cubicBezTo>
                <a:lnTo>
                  <a:pt x="-1" y="408028"/>
                </a:lnTo>
                <a:cubicBezTo>
                  <a:pt x="-1" y="182681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4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39A8F30-CBD4-41E5-A7C7-09A916732CDE}"/>
              </a:ext>
            </a:extLst>
          </p:cNvPr>
          <p:cNvSpPr/>
          <p:nvPr userDrawn="1"/>
        </p:nvSpPr>
        <p:spPr>
          <a:xfrm>
            <a:off x="3268661" y="110711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2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43404"/>
            <a:ext cx="2749473" cy="4439922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/>
            </a:lvl1pPr>
            <a:lvl2pPr>
              <a:lnSpc>
                <a:spcPts val="1100"/>
              </a:lnSpc>
              <a:spcAft>
                <a:spcPts val="0"/>
              </a:spcAft>
              <a:defRPr sz="800"/>
            </a:lvl2pPr>
            <a:lvl3pPr>
              <a:lnSpc>
                <a:spcPts val="1100"/>
              </a:lnSpc>
              <a:spcAft>
                <a:spcPts val="0"/>
              </a:spcAft>
              <a:defRPr sz="800"/>
            </a:lvl3pPr>
            <a:lvl4pPr>
              <a:lnSpc>
                <a:spcPts val="1100"/>
              </a:lnSpc>
              <a:spcAft>
                <a:spcPts val="0"/>
              </a:spcAft>
              <a:defRPr sz="800"/>
            </a:lvl4pPr>
            <a:lvl5pPr>
              <a:lnSpc>
                <a:spcPts val="1100"/>
              </a:lnSpc>
              <a:spcAft>
                <a:spcPts val="0"/>
              </a:spcAft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7414" y="1231756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477414" y="3031515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77414" y="4811297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126854" y="1300279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126854" y="3086018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126854" y="4891712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101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les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0">
            <a:extLst>
              <a:ext uri="{FF2B5EF4-FFF2-40B4-BE49-F238E27FC236}">
                <a16:creationId xmlns:a16="http://schemas.microsoft.com/office/drawing/2014/main" id="{2BB2B8A2-14BE-510D-97E7-2B19356C2CA0}"/>
              </a:ext>
            </a:extLst>
          </p:cNvPr>
          <p:cNvSpPr/>
          <p:nvPr/>
        </p:nvSpPr>
        <p:spPr>
          <a:xfrm>
            <a:off x="3652752" y="1873477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1A93953-BB79-906C-DD9F-4CF3F245897A}"/>
              </a:ext>
            </a:extLst>
          </p:cNvPr>
          <p:cNvSpPr/>
          <p:nvPr/>
        </p:nvSpPr>
        <p:spPr>
          <a:xfrm>
            <a:off x="3652752" y="3402355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6 h 2714906"/>
              <a:gd name="connsiteX4" fmla="*/ 406347 w 4535849"/>
              <a:gd name="connsiteY4" fmla="*/ 2714906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8"/>
                  <a:pt x="4353921" y="2714906"/>
                  <a:pt x="4129502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7A58A6F-8474-A0B8-1521-2853152B4941}"/>
              </a:ext>
            </a:extLst>
          </p:cNvPr>
          <p:cNvSpPr/>
          <p:nvPr/>
        </p:nvSpPr>
        <p:spPr>
          <a:xfrm>
            <a:off x="3652752" y="4930604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D531461-737C-E279-4D3B-FFB56CA6E253}"/>
              </a:ext>
            </a:extLst>
          </p:cNvPr>
          <p:cNvSpPr/>
          <p:nvPr/>
        </p:nvSpPr>
        <p:spPr>
          <a:xfrm>
            <a:off x="432348" y="1873477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6FF55C4-DE25-4F17-3C66-C944F7265E34}"/>
              </a:ext>
            </a:extLst>
          </p:cNvPr>
          <p:cNvSpPr/>
          <p:nvPr/>
        </p:nvSpPr>
        <p:spPr>
          <a:xfrm>
            <a:off x="432348" y="3402355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384D1F0-3E04-E7D4-49CC-B31A042AF7BA}"/>
              </a:ext>
            </a:extLst>
          </p:cNvPr>
          <p:cNvSpPr/>
          <p:nvPr/>
        </p:nvSpPr>
        <p:spPr>
          <a:xfrm>
            <a:off x="432348" y="4930604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3035" y="210472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3035" y="363584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3035" y="5170241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038" y="2577821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63038" y="4116696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63038" y="5648638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8E030C-8C38-6C39-2F45-1107E71F0B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83841" y="210472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DD8741-3437-8528-9381-CA5C48C51A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883841" y="363584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F1BCC4-DCC8-D5D9-EA3B-6FAAFFFD254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883841" y="5170241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82863E0-D54C-3820-9571-4C6FE143A1A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883840" y="2577821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DF4290-D4A3-4A03-215C-4313F9F77156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3883840" y="4116696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C898A51-1770-B352-3BE1-89D2641824B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883840" y="5648638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CF606B35-D1C0-37CA-5243-59FFCF9B7F91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434600" y="1083526"/>
            <a:ext cx="1711203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76D5D5DC-040A-389C-3F7C-EA7D5BA61A0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3655402" y="1083526"/>
            <a:ext cx="1970176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8E8837-E793-4D09-9824-584FFF7970A2}"/>
              </a:ext>
            </a:extLst>
          </p:cNvPr>
          <p:cNvCxnSpPr/>
          <p:nvPr userDrawn="1"/>
        </p:nvCxnSpPr>
        <p:spPr>
          <a:xfrm>
            <a:off x="2742232" y="2577818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8999CF6-8EB8-0E87-4D1B-A1835ACC3DD5}"/>
              </a:ext>
            </a:extLst>
          </p:cNvPr>
          <p:cNvCxnSpPr/>
          <p:nvPr userDrawn="1"/>
        </p:nvCxnSpPr>
        <p:spPr>
          <a:xfrm>
            <a:off x="2742232" y="4093399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36A5D7-8BBC-FC33-D414-3498D9B97BCD}"/>
              </a:ext>
            </a:extLst>
          </p:cNvPr>
          <p:cNvCxnSpPr/>
          <p:nvPr userDrawn="1"/>
        </p:nvCxnSpPr>
        <p:spPr>
          <a:xfrm>
            <a:off x="2742232" y="5648635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754CAF8-17E4-7F82-AD18-E10B94F0D819}"/>
              </a:ext>
            </a:extLst>
          </p:cNvPr>
          <p:cNvCxnSpPr>
            <a:cxnSpLocks/>
          </p:cNvCxnSpPr>
          <p:nvPr userDrawn="1"/>
        </p:nvCxnSpPr>
        <p:spPr>
          <a:xfrm>
            <a:off x="432351" y="1540142"/>
            <a:ext cx="214219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6A1F29-479E-5065-8AFF-2B705FB8343F}"/>
              </a:ext>
            </a:extLst>
          </p:cNvPr>
          <p:cNvCxnSpPr>
            <a:cxnSpLocks/>
          </p:cNvCxnSpPr>
          <p:nvPr userDrawn="1"/>
        </p:nvCxnSpPr>
        <p:spPr>
          <a:xfrm>
            <a:off x="3652752" y="1540142"/>
            <a:ext cx="24432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4A5442-AB87-6991-373C-70605724B4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47563" y="1083687"/>
            <a:ext cx="3718293" cy="5200433"/>
          </a:xfrm>
        </p:spPr>
        <p:txBody>
          <a:bodyPr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3073" algn="l"/>
              </a:tabLst>
              <a:defRPr sz="900">
                <a:solidFill>
                  <a:schemeClr val="accent4"/>
                </a:solidFill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1	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B78D37D-AE25-60DD-5645-D4329BF164D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2890260" y="1161288"/>
            <a:ext cx="7545765" cy="5486400"/>
          </a:xfrm>
        </p:spPr>
        <p:txBody>
          <a:bodyPr/>
          <a:lstStyle>
            <a:lvl1pPr marL="0" indent="0" algn="r">
              <a:lnSpc>
                <a:spcPts val="52381"/>
              </a:lnSpc>
              <a:spcBef>
                <a:spcPts val="0"/>
              </a:spcBef>
              <a:buNone/>
              <a:defRPr sz="5333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C8D1F-F9B6-EF28-D702-EDB1CFD876E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bg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6C9108B-F72F-4365-9330-40F92AC7E4D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57991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5246" y="1012590"/>
            <a:ext cx="8003084" cy="3520440"/>
          </a:xfrm>
        </p:spPr>
        <p:txBody>
          <a:bodyPr anchor="t" anchorCtr="0"/>
          <a:lstStyle>
            <a:lvl1pPr algn="l" defTabSz="914080" rtl="0" eaLnBrk="1" latinLnBrk="0" hangingPunct="1">
              <a:lnSpc>
                <a:spcPts val="6199"/>
              </a:lnSpc>
              <a:spcBef>
                <a:spcPct val="0"/>
              </a:spcBef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E5C5D13-6125-860E-C299-FCEE8ACF2A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1617" y="1012592"/>
            <a:ext cx="2260287" cy="1500187"/>
          </a:xfrm>
        </p:spPr>
        <p:txBody>
          <a:bodyPr/>
          <a:lstStyle>
            <a:lvl1pPr marL="0" indent="0" algn="l" defTabSz="914080" rtl="0" eaLnBrk="1" latinLnBrk="0" hangingPunct="1">
              <a:lnSpc>
                <a:spcPts val="6199"/>
              </a:lnSpc>
              <a:spcBef>
                <a:spcPct val="0"/>
              </a:spcBef>
              <a:spcAft>
                <a:spcPts val="0"/>
              </a:spcAft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  <a:lvl2pPr marL="45704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0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1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16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20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28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04DB-8019-0A0C-A842-340B8317239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accent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BBA36C0-1B20-8B02-D16F-2C59A35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6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264511" y="1016764"/>
            <a:ext cx="8109485" cy="5166360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F156A45-064F-B144-5434-4B0BAA21A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5" y="1060704"/>
            <a:ext cx="2743915" cy="1143000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49952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3390" y="1016488"/>
            <a:ext cx="10531042" cy="5177631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97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43428" y="1011994"/>
            <a:ext cx="10518339" cy="5291714"/>
          </a:xfrm>
        </p:spPr>
        <p:txBody>
          <a:bodyPr anchor="t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54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>
              <a:spcAft>
                <a:spcPts val="1500"/>
              </a:spcAft>
              <a:defRPr/>
            </a:lvl2pPr>
            <a:lvl3pPr>
              <a:spcAft>
                <a:spcPts val="1500"/>
              </a:spcAft>
              <a:defRPr/>
            </a:lvl3pPr>
            <a:lvl4pPr>
              <a:spcAft>
                <a:spcPts val="1500"/>
              </a:spcAft>
              <a:defRPr/>
            </a:lvl4pPr>
            <a:lvl5pPr>
              <a:spcAft>
                <a:spcPts val="15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4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 marL="373726" indent="-364205">
              <a:spcAft>
                <a:spcPts val="1500"/>
              </a:spcAft>
              <a:buFont typeface="+mj-lt"/>
              <a:buAutoNum type="arabicPeriod"/>
              <a:tabLst/>
              <a:defRPr/>
            </a:lvl2pPr>
            <a:lvl3pPr marL="612562" indent="-371344">
              <a:spcAft>
                <a:spcPts val="1500"/>
              </a:spcAft>
              <a:buFont typeface="+mj-lt"/>
              <a:buAutoNum type="arabicPeriod"/>
              <a:defRPr/>
            </a:lvl3pPr>
            <a:lvl4pPr marL="905353" indent="-371344">
              <a:spcAft>
                <a:spcPts val="1500"/>
              </a:spcAft>
              <a:buFont typeface="+mj-lt"/>
              <a:buAutoNum type="arabicPeriod"/>
              <a:defRPr/>
            </a:lvl4pPr>
            <a:lvl5pPr marL="1146569" indent="-371344">
              <a:spcAft>
                <a:spcPts val="15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0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/>
          <a:lstStyle>
            <a:lvl1pPr>
              <a:lnSpc>
                <a:spcPts val="2300"/>
              </a:lnSpc>
              <a:spcAft>
                <a:spcPts val="0"/>
              </a:spcAft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4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60214" indent="-450694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2pPr>
            <a:lvl3pPr marL="685561" indent="-44434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3pPr>
            <a:lvl4pPr marL="1052144" indent="-518138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4pPr>
            <a:lvl5pPr marL="1226707" indent="-45148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64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5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58628" indent="-4491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2pPr>
            <a:lvl3pPr marL="774429" indent="-533213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3pPr>
            <a:lvl4pPr marL="1029133" indent="-495126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4pPr>
            <a:lvl5pPr marL="1285426" indent="-5102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31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5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3071963"/>
            <a:ext cx="3722069" cy="3238551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31793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31793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398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9398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2400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9C561892-F6C2-25D8-8303-DF5E3BFAA592}"/>
              </a:ext>
            </a:extLst>
          </p:cNvPr>
          <p:cNvSpPr/>
          <p:nvPr/>
        </p:nvSpPr>
        <p:spPr>
          <a:xfrm>
            <a:off x="3429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BD457E9-1C19-62B3-5752-C752A7F03635}"/>
              </a:ext>
            </a:extLst>
          </p:cNvPr>
          <p:cNvSpPr/>
          <p:nvPr/>
        </p:nvSpPr>
        <p:spPr>
          <a:xfrm>
            <a:off x="423545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D05ECE5-8AFE-5664-D351-A7E05B6C2C03}"/>
              </a:ext>
            </a:extLst>
          </p:cNvPr>
          <p:cNvSpPr/>
          <p:nvPr/>
        </p:nvSpPr>
        <p:spPr>
          <a:xfrm>
            <a:off x="81280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4612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612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5000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5000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2605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2605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134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1" y="2644757"/>
            <a:ext cx="2749473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1401" y="3066585"/>
            <a:ext cx="2749473" cy="321674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65826" y="2644757"/>
            <a:ext cx="2663725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265826" y="3066589"/>
            <a:ext cx="2663725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1752" y="2644757"/>
            <a:ext cx="2748677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81752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69" y="2644757"/>
            <a:ext cx="2748677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12769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401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8080BF00-A5BF-8372-9E08-74D760CB8C05}"/>
              </a:ext>
            </a:extLst>
          </p:cNvPr>
          <p:cNvSpPr/>
          <p:nvPr/>
        </p:nvSpPr>
        <p:spPr>
          <a:xfrm>
            <a:off x="345484" y="2451778"/>
            <a:ext cx="2748638" cy="3821567"/>
          </a:xfrm>
          <a:custGeom>
            <a:avLst/>
            <a:gdLst>
              <a:gd name="connsiteX0" fmla="*/ 5089498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8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8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CE8A471-8BA8-5427-D047-5D58F72BC7E8}"/>
              </a:ext>
            </a:extLst>
          </p:cNvPr>
          <p:cNvSpPr/>
          <p:nvPr/>
        </p:nvSpPr>
        <p:spPr>
          <a:xfrm>
            <a:off x="3265594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FC0369-5469-3BA3-9A76-11846FE189EA}"/>
              </a:ext>
            </a:extLst>
          </p:cNvPr>
          <p:cNvSpPr/>
          <p:nvPr/>
        </p:nvSpPr>
        <p:spPr>
          <a:xfrm>
            <a:off x="618507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4 w 5495844"/>
              <a:gd name="connsiteY1" fmla="*/ 406347 h 7643134"/>
              <a:gd name="connsiteX2" fmla="*/ 5495844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7236788"/>
                </a:lnTo>
                <a:cubicBezTo>
                  <a:pt x="5495844" y="7461207"/>
                  <a:pt x="5313916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D880A0C-E567-B384-24D4-71ABC396FABB}"/>
              </a:ext>
            </a:extLst>
          </p:cNvPr>
          <p:cNvSpPr/>
          <p:nvPr/>
        </p:nvSpPr>
        <p:spPr>
          <a:xfrm>
            <a:off x="910518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6 w 5495844"/>
              <a:gd name="connsiteY4" fmla="*/ 7643135 h 7643134"/>
              <a:gd name="connsiteX5" fmla="*/ -1 w 5495844"/>
              <a:gd name="connsiteY5" fmla="*/ 7236788 h 7643134"/>
              <a:gd name="connsiteX6" fmla="*/ -1 w 5495844"/>
              <a:gd name="connsiteY6" fmla="*/ 406347 h 7643134"/>
              <a:gd name="connsiteX7" fmla="*/ 406346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6" y="7643135"/>
                </a:lnTo>
                <a:cubicBezTo>
                  <a:pt x="181927" y="7643135"/>
                  <a:pt x="-1" y="7461207"/>
                  <a:pt x="-1" y="7236788"/>
                </a:cubicBezTo>
                <a:lnTo>
                  <a:pt x="-1" y="406347"/>
                </a:lnTo>
                <a:cubicBezTo>
                  <a:pt x="-1" y="181928"/>
                  <a:pt x="181927" y="0"/>
                  <a:pt x="406346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5865" y="2723837"/>
            <a:ext cx="2378059" cy="317514"/>
          </a:xfrm>
        </p:spPr>
        <p:txBody>
          <a:bodyPr anchor="t" anchorCtr="0"/>
          <a:lstStyle>
            <a:lvl1pPr marL="240423" indent="-240423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5865" y="3056603"/>
            <a:ext cx="2378059" cy="321674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528307" y="2723837"/>
            <a:ext cx="2378059" cy="317514"/>
          </a:xfrm>
        </p:spPr>
        <p:txBody>
          <a:bodyPr anchor="t" anchorCtr="0"/>
          <a:lstStyle>
            <a:lvl1pPr marL="237249" indent="-237249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528307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0273" y="2723837"/>
            <a:ext cx="2378059" cy="317514"/>
          </a:xfrm>
        </p:spPr>
        <p:txBody>
          <a:bodyPr anchor="t" anchorCtr="0"/>
          <a:lstStyle>
            <a:lvl1pPr marL="245978" indent="-245978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0273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69311" y="2723837"/>
            <a:ext cx="2378059" cy="317514"/>
          </a:xfrm>
        </p:spPr>
        <p:txBody>
          <a:bodyPr anchor="t" anchorCtr="0"/>
          <a:lstStyle>
            <a:lvl1pPr marL="238836" indent="-238836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69311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0014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53972111-EADE-418A-7946-EF0AA5502417}"/>
              </a:ext>
            </a:extLst>
          </p:cNvPr>
          <p:cNvSpPr/>
          <p:nvPr/>
        </p:nvSpPr>
        <p:spPr>
          <a:xfrm>
            <a:off x="342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04FA57-9725-1518-BAE2-A512ABF8E555}"/>
              </a:ext>
            </a:extLst>
          </p:cNvPr>
          <p:cNvSpPr/>
          <p:nvPr/>
        </p:nvSpPr>
        <p:spPr>
          <a:xfrm>
            <a:off x="342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CA378F3-648C-8325-F749-66DF1C0A60DC}"/>
              </a:ext>
            </a:extLst>
          </p:cNvPr>
          <p:cNvSpPr/>
          <p:nvPr/>
        </p:nvSpPr>
        <p:spPr>
          <a:xfrm>
            <a:off x="6184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62DB753-734D-43E7-195E-9ED75B2C7C5D}"/>
              </a:ext>
            </a:extLst>
          </p:cNvPr>
          <p:cNvSpPr/>
          <p:nvPr/>
        </p:nvSpPr>
        <p:spPr>
          <a:xfrm>
            <a:off x="6184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984" y="2218367"/>
            <a:ext cx="5030510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98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6364" y="2218367"/>
            <a:ext cx="5030510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2636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08" y="4514693"/>
            <a:ext cx="5030510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85608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7726" y="4514693"/>
            <a:ext cx="5030510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527726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4556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22BE3BC-3F4F-53A1-E880-9A5F67EB77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1747" y="0"/>
            <a:ext cx="6014222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BFD4EBBE-B368-E54F-4802-D1E59720E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4780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16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-Col Text w/8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838F50C-65C7-978F-D70D-15F0FFD49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558" y="1106424"/>
            <a:ext cx="7616625" cy="5179060"/>
          </a:xfrm>
          <a:custGeom>
            <a:avLst/>
            <a:gdLst>
              <a:gd name="connsiteX0" fmla="*/ 127000 w 7613650"/>
              <a:gd name="connsiteY0" fmla="*/ 0 h 5179060"/>
              <a:gd name="connsiteX1" fmla="*/ 7486650 w 7613650"/>
              <a:gd name="connsiteY1" fmla="*/ 0 h 5179060"/>
              <a:gd name="connsiteX2" fmla="*/ 7613650 w 7613650"/>
              <a:gd name="connsiteY2" fmla="*/ 127000 h 5179060"/>
              <a:gd name="connsiteX3" fmla="*/ 7613650 w 7613650"/>
              <a:gd name="connsiteY3" fmla="*/ 5052060 h 5179060"/>
              <a:gd name="connsiteX4" fmla="*/ 7486650 w 7613650"/>
              <a:gd name="connsiteY4" fmla="*/ 5179060 h 5179060"/>
              <a:gd name="connsiteX5" fmla="*/ 127000 w 7613650"/>
              <a:gd name="connsiteY5" fmla="*/ 5179060 h 5179060"/>
              <a:gd name="connsiteX6" fmla="*/ 0 w 7613650"/>
              <a:gd name="connsiteY6" fmla="*/ 5052060 h 5179060"/>
              <a:gd name="connsiteX7" fmla="*/ 0 w 7613650"/>
              <a:gd name="connsiteY7" fmla="*/ 127000 h 5179060"/>
              <a:gd name="connsiteX8" fmla="*/ 127000 w 761365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650" h="5179060">
                <a:moveTo>
                  <a:pt x="127000" y="0"/>
                </a:moveTo>
                <a:lnTo>
                  <a:pt x="7486650" y="0"/>
                </a:lnTo>
                <a:cubicBezTo>
                  <a:pt x="7556500" y="0"/>
                  <a:pt x="7613650" y="57150"/>
                  <a:pt x="7613650" y="127000"/>
                </a:cubicBezTo>
                <a:lnTo>
                  <a:pt x="7613650" y="5052060"/>
                </a:lnTo>
                <a:cubicBezTo>
                  <a:pt x="7613650" y="5121910"/>
                  <a:pt x="7556500" y="5179060"/>
                  <a:pt x="748665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30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 Text with Series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6F39E0DA-3111-31D1-E539-957EC46B9E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8" y="4162735"/>
            <a:ext cx="2749354" cy="2121535"/>
          </a:xfrm>
          <a:custGeom>
            <a:avLst/>
            <a:gdLst>
              <a:gd name="connsiteX0" fmla="*/ 127000 w 2748280"/>
              <a:gd name="connsiteY0" fmla="*/ 0 h 2121535"/>
              <a:gd name="connsiteX1" fmla="*/ 2621280 w 2748280"/>
              <a:gd name="connsiteY1" fmla="*/ 0 h 2121535"/>
              <a:gd name="connsiteX2" fmla="*/ 2748280 w 2748280"/>
              <a:gd name="connsiteY2" fmla="*/ 127000 h 2121535"/>
              <a:gd name="connsiteX3" fmla="*/ 2748280 w 2748280"/>
              <a:gd name="connsiteY3" fmla="*/ 1994535 h 2121535"/>
              <a:gd name="connsiteX4" fmla="*/ 2621280 w 2748280"/>
              <a:gd name="connsiteY4" fmla="*/ 2121535 h 2121535"/>
              <a:gd name="connsiteX5" fmla="*/ 127000 w 2748280"/>
              <a:gd name="connsiteY5" fmla="*/ 2121535 h 2121535"/>
              <a:gd name="connsiteX6" fmla="*/ 0 w 2748280"/>
              <a:gd name="connsiteY6" fmla="*/ 1994535 h 2121535"/>
              <a:gd name="connsiteX7" fmla="*/ 0 w 2748280"/>
              <a:gd name="connsiteY7" fmla="*/ 127000 h 2121535"/>
              <a:gd name="connsiteX8" fmla="*/ 127000 w 274828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12153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1994535"/>
                </a:lnTo>
                <a:cubicBezTo>
                  <a:pt x="2748280" y="2064385"/>
                  <a:pt x="2691130" y="2121535"/>
                  <a:pt x="262128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B370D9B7-04A5-16B2-AF59-3F7D755DA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5288" y="1106427"/>
            <a:ext cx="2749354" cy="2886075"/>
          </a:xfrm>
          <a:custGeom>
            <a:avLst/>
            <a:gdLst>
              <a:gd name="connsiteX0" fmla="*/ 127000 w 2748280"/>
              <a:gd name="connsiteY0" fmla="*/ 0 h 2886075"/>
              <a:gd name="connsiteX1" fmla="*/ 2621280 w 2748280"/>
              <a:gd name="connsiteY1" fmla="*/ 0 h 2886075"/>
              <a:gd name="connsiteX2" fmla="*/ 2748280 w 2748280"/>
              <a:gd name="connsiteY2" fmla="*/ 127000 h 2886075"/>
              <a:gd name="connsiteX3" fmla="*/ 2748280 w 2748280"/>
              <a:gd name="connsiteY3" fmla="*/ 2759075 h 2886075"/>
              <a:gd name="connsiteX4" fmla="*/ 2621280 w 2748280"/>
              <a:gd name="connsiteY4" fmla="*/ 2886075 h 2886075"/>
              <a:gd name="connsiteX5" fmla="*/ 127000 w 2748280"/>
              <a:gd name="connsiteY5" fmla="*/ 2886075 h 2886075"/>
              <a:gd name="connsiteX6" fmla="*/ 0 w 2748280"/>
              <a:gd name="connsiteY6" fmla="*/ 2759075 h 2886075"/>
              <a:gd name="connsiteX7" fmla="*/ 0 w 2748280"/>
              <a:gd name="connsiteY7" fmla="*/ 127000 h 2886075"/>
              <a:gd name="connsiteX8" fmla="*/ 127000 w 2748280"/>
              <a:gd name="connsiteY8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88607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2759075"/>
                </a:lnTo>
                <a:cubicBezTo>
                  <a:pt x="2748280" y="2828925"/>
                  <a:pt x="2691130" y="2886075"/>
                  <a:pt x="2621280" y="2886075"/>
                </a:cubicBezTo>
                <a:lnTo>
                  <a:pt x="127000" y="2886075"/>
                </a:lnTo>
                <a:cubicBezTo>
                  <a:pt x="57150" y="2886075"/>
                  <a:pt x="0" y="2828925"/>
                  <a:pt x="0" y="275907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8">
            <a:extLst>
              <a:ext uri="{FF2B5EF4-FFF2-40B4-BE49-F238E27FC236}">
                <a16:creationId xmlns:a16="http://schemas.microsoft.com/office/drawing/2014/main" id="{9B59FD54-12D4-0822-9758-C2810C33E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4026" y="1106424"/>
            <a:ext cx="4695754" cy="5179060"/>
          </a:xfrm>
          <a:custGeom>
            <a:avLst/>
            <a:gdLst>
              <a:gd name="connsiteX0" fmla="*/ 127000 w 4693920"/>
              <a:gd name="connsiteY0" fmla="*/ 0 h 5179060"/>
              <a:gd name="connsiteX1" fmla="*/ 4566920 w 4693920"/>
              <a:gd name="connsiteY1" fmla="*/ 0 h 5179060"/>
              <a:gd name="connsiteX2" fmla="*/ 4693920 w 4693920"/>
              <a:gd name="connsiteY2" fmla="*/ 127000 h 5179060"/>
              <a:gd name="connsiteX3" fmla="*/ 4693920 w 4693920"/>
              <a:gd name="connsiteY3" fmla="*/ 5052060 h 5179060"/>
              <a:gd name="connsiteX4" fmla="*/ 4566920 w 4693920"/>
              <a:gd name="connsiteY4" fmla="*/ 5179060 h 5179060"/>
              <a:gd name="connsiteX5" fmla="*/ 127000 w 4693920"/>
              <a:gd name="connsiteY5" fmla="*/ 5179060 h 5179060"/>
              <a:gd name="connsiteX6" fmla="*/ 0 w 4693920"/>
              <a:gd name="connsiteY6" fmla="*/ 5052060 h 5179060"/>
              <a:gd name="connsiteX7" fmla="*/ 0 w 4693920"/>
              <a:gd name="connsiteY7" fmla="*/ 127000 h 5179060"/>
              <a:gd name="connsiteX8" fmla="*/ 127000 w 469392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3920" h="5179060">
                <a:moveTo>
                  <a:pt x="127000" y="0"/>
                </a:moveTo>
                <a:lnTo>
                  <a:pt x="4566920" y="0"/>
                </a:lnTo>
                <a:cubicBezTo>
                  <a:pt x="4636770" y="0"/>
                  <a:pt x="4693920" y="57150"/>
                  <a:pt x="4693920" y="127000"/>
                </a:cubicBezTo>
                <a:lnTo>
                  <a:pt x="4693920" y="5052060"/>
                </a:lnTo>
                <a:cubicBezTo>
                  <a:pt x="4693920" y="5121910"/>
                  <a:pt x="4636770" y="5179060"/>
                  <a:pt x="456692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112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Text w/9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5C6DE08-D4E4-7F86-7CF1-E14C031D3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71618" y="1106424"/>
            <a:ext cx="8589825" cy="5179060"/>
          </a:xfrm>
          <a:custGeom>
            <a:avLst/>
            <a:gdLst>
              <a:gd name="connsiteX0" fmla="*/ 127000 w 8586470"/>
              <a:gd name="connsiteY0" fmla="*/ 0 h 5179060"/>
              <a:gd name="connsiteX1" fmla="*/ 8459470 w 8586470"/>
              <a:gd name="connsiteY1" fmla="*/ 0 h 5179060"/>
              <a:gd name="connsiteX2" fmla="*/ 8586470 w 8586470"/>
              <a:gd name="connsiteY2" fmla="*/ 127000 h 5179060"/>
              <a:gd name="connsiteX3" fmla="*/ 8586470 w 8586470"/>
              <a:gd name="connsiteY3" fmla="*/ 5052060 h 5179060"/>
              <a:gd name="connsiteX4" fmla="*/ 8459470 w 8586470"/>
              <a:gd name="connsiteY4" fmla="*/ 5179060 h 5179060"/>
              <a:gd name="connsiteX5" fmla="*/ 127000 w 8586470"/>
              <a:gd name="connsiteY5" fmla="*/ 5179060 h 5179060"/>
              <a:gd name="connsiteX6" fmla="*/ 0 w 8586470"/>
              <a:gd name="connsiteY6" fmla="*/ 5052060 h 5179060"/>
              <a:gd name="connsiteX7" fmla="*/ 0 w 8586470"/>
              <a:gd name="connsiteY7" fmla="*/ 127000 h 5179060"/>
              <a:gd name="connsiteX8" fmla="*/ 127000 w 858647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6470" h="5179060">
                <a:moveTo>
                  <a:pt x="127000" y="0"/>
                </a:moveTo>
                <a:lnTo>
                  <a:pt x="8459470" y="0"/>
                </a:lnTo>
                <a:cubicBezTo>
                  <a:pt x="8529320" y="0"/>
                  <a:pt x="8586470" y="57150"/>
                  <a:pt x="8586470" y="127000"/>
                </a:cubicBezTo>
                <a:lnTo>
                  <a:pt x="8586470" y="5052060"/>
                </a:lnTo>
                <a:cubicBezTo>
                  <a:pt x="8586470" y="5121910"/>
                  <a:pt x="8529320" y="5179060"/>
                  <a:pt x="845947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3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Text w/ set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BC029E6-038D-252C-0F3B-ACA943C23A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71618" y="1106424"/>
            <a:ext cx="2748719" cy="2879090"/>
          </a:xfrm>
          <a:custGeom>
            <a:avLst/>
            <a:gdLst>
              <a:gd name="connsiteX0" fmla="*/ 127000 w 2747645"/>
              <a:gd name="connsiteY0" fmla="*/ 0 h 2879090"/>
              <a:gd name="connsiteX1" fmla="*/ 2620645 w 2747645"/>
              <a:gd name="connsiteY1" fmla="*/ 0 h 2879090"/>
              <a:gd name="connsiteX2" fmla="*/ 2747645 w 2747645"/>
              <a:gd name="connsiteY2" fmla="*/ 127000 h 2879090"/>
              <a:gd name="connsiteX3" fmla="*/ 2747645 w 2747645"/>
              <a:gd name="connsiteY3" fmla="*/ 2752090 h 2879090"/>
              <a:gd name="connsiteX4" fmla="*/ 2620645 w 2747645"/>
              <a:gd name="connsiteY4" fmla="*/ 2879090 h 2879090"/>
              <a:gd name="connsiteX5" fmla="*/ 127000 w 2747645"/>
              <a:gd name="connsiteY5" fmla="*/ 2879090 h 2879090"/>
              <a:gd name="connsiteX6" fmla="*/ 0 w 2747645"/>
              <a:gd name="connsiteY6" fmla="*/ 2752090 h 2879090"/>
              <a:gd name="connsiteX7" fmla="*/ 0 w 2747645"/>
              <a:gd name="connsiteY7" fmla="*/ 127000 h 2879090"/>
              <a:gd name="connsiteX8" fmla="*/ 127000 w 2747645"/>
              <a:gd name="connsiteY8" fmla="*/ 0 h 287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645" h="2879090">
                <a:moveTo>
                  <a:pt x="127000" y="0"/>
                </a:moveTo>
                <a:lnTo>
                  <a:pt x="2620645" y="0"/>
                </a:lnTo>
                <a:cubicBezTo>
                  <a:pt x="2690495" y="0"/>
                  <a:pt x="2747645" y="57150"/>
                  <a:pt x="2747645" y="127000"/>
                </a:cubicBezTo>
                <a:lnTo>
                  <a:pt x="2747645" y="2752090"/>
                </a:lnTo>
                <a:cubicBezTo>
                  <a:pt x="2747645" y="2821940"/>
                  <a:pt x="2690495" y="2879090"/>
                  <a:pt x="2620645" y="2879090"/>
                </a:cubicBezTo>
                <a:lnTo>
                  <a:pt x="127000" y="2879090"/>
                </a:lnTo>
                <a:cubicBezTo>
                  <a:pt x="57150" y="2879090"/>
                  <a:pt x="0" y="2821940"/>
                  <a:pt x="0" y="275209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98DEC7E6-3C83-7ED7-EF7C-052D14661C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71621" y="4167205"/>
            <a:ext cx="2746813" cy="2121535"/>
          </a:xfrm>
          <a:custGeom>
            <a:avLst/>
            <a:gdLst>
              <a:gd name="connsiteX0" fmla="*/ 127000 w 2745740"/>
              <a:gd name="connsiteY0" fmla="*/ 0 h 2121535"/>
              <a:gd name="connsiteX1" fmla="*/ 2618740 w 2745740"/>
              <a:gd name="connsiteY1" fmla="*/ 0 h 2121535"/>
              <a:gd name="connsiteX2" fmla="*/ 2745740 w 2745740"/>
              <a:gd name="connsiteY2" fmla="*/ 127000 h 2121535"/>
              <a:gd name="connsiteX3" fmla="*/ 2745740 w 2745740"/>
              <a:gd name="connsiteY3" fmla="*/ 1994535 h 2121535"/>
              <a:gd name="connsiteX4" fmla="*/ 2618740 w 2745740"/>
              <a:gd name="connsiteY4" fmla="*/ 2121535 h 2121535"/>
              <a:gd name="connsiteX5" fmla="*/ 127000 w 2745740"/>
              <a:gd name="connsiteY5" fmla="*/ 2121535 h 2121535"/>
              <a:gd name="connsiteX6" fmla="*/ 0 w 2745740"/>
              <a:gd name="connsiteY6" fmla="*/ 1994535 h 2121535"/>
              <a:gd name="connsiteX7" fmla="*/ 0 w 2745740"/>
              <a:gd name="connsiteY7" fmla="*/ 127000 h 2121535"/>
              <a:gd name="connsiteX8" fmla="*/ 127000 w 274574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5740" h="2121535">
                <a:moveTo>
                  <a:pt x="127000" y="0"/>
                </a:moveTo>
                <a:lnTo>
                  <a:pt x="2618740" y="0"/>
                </a:lnTo>
                <a:cubicBezTo>
                  <a:pt x="2688590" y="0"/>
                  <a:pt x="2745740" y="57150"/>
                  <a:pt x="2745740" y="127000"/>
                </a:cubicBezTo>
                <a:lnTo>
                  <a:pt x="2745740" y="1994535"/>
                </a:lnTo>
                <a:cubicBezTo>
                  <a:pt x="2745740" y="2064385"/>
                  <a:pt x="2688590" y="2121535"/>
                  <a:pt x="261874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8308B24-12D8-0E18-6B1C-B3F8F6737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0194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07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AE7A3E6-0587-0E18-A576-6780D3B717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3033" y="1871664"/>
            <a:ext cx="11510722" cy="4415095"/>
          </a:xfrm>
          <a:custGeom>
            <a:avLst/>
            <a:gdLst>
              <a:gd name="connsiteX0" fmla="*/ 254033 w 23015396"/>
              <a:gd name="connsiteY0" fmla="*/ 0 h 8830189"/>
              <a:gd name="connsiteX1" fmla="*/ 22761364 w 23015396"/>
              <a:gd name="connsiteY1" fmla="*/ 0 h 8830189"/>
              <a:gd name="connsiteX2" fmla="*/ 23015396 w 23015396"/>
              <a:gd name="connsiteY2" fmla="*/ 254033 h 8830189"/>
              <a:gd name="connsiteX3" fmla="*/ 23015396 w 23015396"/>
              <a:gd name="connsiteY3" fmla="*/ 8576156 h 8830189"/>
              <a:gd name="connsiteX4" fmla="*/ 22761364 w 23015396"/>
              <a:gd name="connsiteY4" fmla="*/ 8830189 h 8830189"/>
              <a:gd name="connsiteX5" fmla="*/ 254033 w 23015396"/>
              <a:gd name="connsiteY5" fmla="*/ 8830189 h 8830189"/>
              <a:gd name="connsiteX6" fmla="*/ 0 w 23015396"/>
              <a:gd name="connsiteY6" fmla="*/ 8576156 h 8830189"/>
              <a:gd name="connsiteX7" fmla="*/ 0 w 23015396"/>
              <a:gd name="connsiteY7" fmla="*/ 254033 h 8830189"/>
              <a:gd name="connsiteX8" fmla="*/ 254033 w 23015396"/>
              <a:gd name="connsiteY8" fmla="*/ 0 h 883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5396" h="8830189">
                <a:moveTo>
                  <a:pt x="254033" y="0"/>
                </a:moveTo>
                <a:lnTo>
                  <a:pt x="22761364" y="0"/>
                </a:lnTo>
                <a:cubicBezTo>
                  <a:pt x="22901082" y="0"/>
                  <a:pt x="23015396" y="114315"/>
                  <a:pt x="23015396" y="254033"/>
                </a:cubicBezTo>
                <a:lnTo>
                  <a:pt x="23015396" y="8576156"/>
                </a:lnTo>
                <a:cubicBezTo>
                  <a:pt x="23015396" y="8715875"/>
                  <a:pt x="22901082" y="8830189"/>
                  <a:pt x="22761364" y="8830189"/>
                </a:cubicBezTo>
                <a:lnTo>
                  <a:pt x="254033" y="8830189"/>
                </a:lnTo>
                <a:cubicBezTo>
                  <a:pt x="114316" y="8830189"/>
                  <a:pt x="0" y="8715875"/>
                  <a:pt x="0" y="8576156"/>
                </a:cubicBezTo>
                <a:lnTo>
                  <a:pt x="0" y="254033"/>
                </a:lnTo>
                <a:cubicBezTo>
                  <a:pt x="0" y="114315"/>
                  <a:pt x="114316" y="0"/>
                  <a:pt x="25403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481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Image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4EB3FE6C-C8FF-054A-3C2A-98DF30D672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89" y="1871663"/>
            <a:ext cx="11510722" cy="4988052"/>
          </a:xfrm>
          <a:custGeom>
            <a:avLst/>
            <a:gdLst>
              <a:gd name="connsiteX0" fmla="*/ 253999 w 23012400"/>
              <a:gd name="connsiteY0" fmla="*/ 0 h 9972675"/>
              <a:gd name="connsiteX1" fmla="*/ 22758400 w 23012400"/>
              <a:gd name="connsiteY1" fmla="*/ 0 h 9972675"/>
              <a:gd name="connsiteX2" fmla="*/ 23012400 w 23012400"/>
              <a:gd name="connsiteY2" fmla="*/ 254000 h 9972675"/>
              <a:gd name="connsiteX3" fmla="*/ 23012400 w 23012400"/>
              <a:gd name="connsiteY3" fmla="*/ 9972675 h 9972675"/>
              <a:gd name="connsiteX4" fmla="*/ 0 w 23012400"/>
              <a:gd name="connsiteY4" fmla="*/ 9972675 h 9972675"/>
              <a:gd name="connsiteX5" fmla="*/ 0 w 23012400"/>
              <a:gd name="connsiteY5" fmla="*/ 254000 h 9972675"/>
              <a:gd name="connsiteX6" fmla="*/ 253999 w 23012400"/>
              <a:gd name="connsiteY6" fmla="*/ 0 h 997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12400" h="9972675">
                <a:moveTo>
                  <a:pt x="253999" y="0"/>
                </a:moveTo>
                <a:lnTo>
                  <a:pt x="22758400" y="0"/>
                </a:lnTo>
                <a:cubicBezTo>
                  <a:pt x="22898100" y="0"/>
                  <a:pt x="23012400" y="114300"/>
                  <a:pt x="23012400" y="254000"/>
                </a:cubicBezTo>
                <a:lnTo>
                  <a:pt x="23012400" y="9972675"/>
                </a:lnTo>
                <a:lnTo>
                  <a:pt x="0" y="9972675"/>
                </a:lnTo>
                <a:lnTo>
                  <a:pt x="0" y="254000"/>
                </a:lnTo>
                <a:cubicBezTo>
                  <a:pt x="0" y="114300"/>
                  <a:pt x="114300" y="0"/>
                  <a:pt x="2539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2D1BEDE-5BF1-43BF-3B1E-300E83F36576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364100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6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</a:t>
            </a:r>
            <a:r>
              <a:rPr lang="en-US"/>
              <a:t>Monthly Strategy Meeting</a:t>
            </a:r>
            <a:endParaRPr lang="en-US">
              <a:solidFill>
                <a:srgbClr val="001E6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5DC91F7-E30B-D3C2-8D0D-3F878A0BA6C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4863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C7B0785B-5065-7F33-BC24-B972708973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049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9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6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C15CC5E6-EB22-44EF-2FBF-459AC42AB5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92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1ECACE94-786E-FB89-6F9B-7865ED25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4927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Mixed Wid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B243A159-3284-4B92-6C16-F88852C1FE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3011" y="1869315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575F979A-F8F8-EB70-F698-E084B78120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011" y="4162450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F4A098B1-E206-E712-2913-B81DA29CBC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3693" y="1869312"/>
            <a:ext cx="8589265" cy="4414808"/>
          </a:xfrm>
          <a:custGeom>
            <a:avLst/>
            <a:gdLst>
              <a:gd name="connsiteX0" fmla="*/ 254017 w 17174057"/>
              <a:gd name="connsiteY0" fmla="*/ 0 h 8829615"/>
              <a:gd name="connsiteX1" fmla="*/ 16920041 w 17174057"/>
              <a:gd name="connsiteY1" fmla="*/ 0 h 8829615"/>
              <a:gd name="connsiteX2" fmla="*/ 17174057 w 17174057"/>
              <a:gd name="connsiteY2" fmla="*/ 254017 h 8829615"/>
              <a:gd name="connsiteX3" fmla="*/ 17174057 w 17174057"/>
              <a:gd name="connsiteY3" fmla="*/ 8575598 h 8829615"/>
              <a:gd name="connsiteX4" fmla="*/ 16920041 w 17174057"/>
              <a:gd name="connsiteY4" fmla="*/ 8829615 h 8829615"/>
              <a:gd name="connsiteX5" fmla="*/ 254017 w 17174057"/>
              <a:gd name="connsiteY5" fmla="*/ 8829615 h 8829615"/>
              <a:gd name="connsiteX6" fmla="*/ 0 w 17174057"/>
              <a:gd name="connsiteY6" fmla="*/ 8575598 h 8829615"/>
              <a:gd name="connsiteX7" fmla="*/ 0 w 17174057"/>
              <a:gd name="connsiteY7" fmla="*/ 254017 h 8829615"/>
              <a:gd name="connsiteX8" fmla="*/ 254017 w 17174057"/>
              <a:gd name="connsiteY8" fmla="*/ 0 h 882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74057" h="8829615">
                <a:moveTo>
                  <a:pt x="254017" y="0"/>
                </a:moveTo>
                <a:lnTo>
                  <a:pt x="16920041" y="0"/>
                </a:lnTo>
                <a:cubicBezTo>
                  <a:pt x="17059751" y="0"/>
                  <a:pt x="17174057" y="114307"/>
                  <a:pt x="17174057" y="254017"/>
                </a:cubicBezTo>
                <a:lnTo>
                  <a:pt x="17174057" y="8575598"/>
                </a:lnTo>
                <a:cubicBezTo>
                  <a:pt x="17174057" y="8715307"/>
                  <a:pt x="17059751" y="8829615"/>
                  <a:pt x="16920041" y="8829615"/>
                </a:cubicBezTo>
                <a:lnTo>
                  <a:pt x="254017" y="8829615"/>
                </a:lnTo>
                <a:cubicBezTo>
                  <a:pt x="114306" y="8829615"/>
                  <a:pt x="0" y="8715307"/>
                  <a:pt x="0" y="8575598"/>
                </a:cubicBezTo>
                <a:lnTo>
                  <a:pt x="0" y="254017"/>
                </a:lnTo>
                <a:cubicBezTo>
                  <a:pt x="0" y="114307"/>
                  <a:pt x="114306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233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x 4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A51EE9D-85B9-C1D6-028B-9DDA3E825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0621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22369E22-C38F-5532-4928-66E3D3D292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714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81B6664E-8D45-B9F1-0406-15D3EBD2F5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8807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0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x 4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8FE52B-AD89-BABC-2668-16023364C9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" y="1874520"/>
            <a:ext cx="4063175" cy="3652045"/>
          </a:xfrm>
          <a:custGeom>
            <a:avLst/>
            <a:gdLst>
              <a:gd name="connsiteX0" fmla="*/ 0 w 8124233"/>
              <a:gd name="connsiteY0" fmla="*/ 0 h 7304089"/>
              <a:gd name="connsiteX1" fmla="*/ 7797914 w 8124233"/>
              <a:gd name="connsiteY1" fmla="*/ 0 h 7304089"/>
              <a:gd name="connsiteX2" fmla="*/ 8124233 w 8124233"/>
              <a:gd name="connsiteY2" fmla="*/ 210130 h 7304089"/>
              <a:gd name="connsiteX3" fmla="*/ 8124233 w 8124233"/>
              <a:gd name="connsiteY3" fmla="*/ 7093960 h 7304089"/>
              <a:gd name="connsiteX4" fmla="*/ 7797914 w 8124233"/>
              <a:gd name="connsiteY4" fmla="*/ 7304089 h 7304089"/>
              <a:gd name="connsiteX5" fmla="*/ 0 w 8124233"/>
              <a:gd name="connsiteY5" fmla="*/ 7304089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4233" h="7304089">
                <a:moveTo>
                  <a:pt x="0" y="0"/>
                </a:moveTo>
                <a:lnTo>
                  <a:pt x="7797914" y="0"/>
                </a:lnTo>
                <a:cubicBezTo>
                  <a:pt x="7977389" y="0"/>
                  <a:pt x="8124233" y="94558"/>
                  <a:pt x="8124233" y="210130"/>
                </a:cubicBezTo>
                <a:lnTo>
                  <a:pt x="8124233" y="7093960"/>
                </a:lnTo>
                <a:cubicBezTo>
                  <a:pt x="8124233" y="7209531"/>
                  <a:pt x="7977389" y="7304089"/>
                  <a:pt x="7797914" y="7304089"/>
                </a:cubicBezTo>
                <a:lnTo>
                  <a:pt x="0" y="73040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C6949550-836B-2F03-5416-AE6E660D9D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34714" y="1874520"/>
            <a:ext cx="3722554" cy="3652045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92ECB8-E62C-8840-54C1-543BDE38A7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07" y="1874520"/>
            <a:ext cx="4063193" cy="3652045"/>
          </a:xfrm>
          <a:custGeom>
            <a:avLst/>
            <a:gdLst>
              <a:gd name="connsiteX0" fmla="*/ 328542 w 8124270"/>
              <a:gd name="connsiteY0" fmla="*/ 0 h 7304089"/>
              <a:gd name="connsiteX1" fmla="*/ 8124270 w 8124270"/>
              <a:gd name="connsiteY1" fmla="*/ 0 h 7304089"/>
              <a:gd name="connsiteX2" fmla="*/ 8124270 w 8124270"/>
              <a:gd name="connsiteY2" fmla="*/ 7304089 h 7304089"/>
              <a:gd name="connsiteX3" fmla="*/ 328542 w 8124270"/>
              <a:gd name="connsiteY3" fmla="*/ 7304089 h 7304089"/>
              <a:gd name="connsiteX4" fmla="*/ 0 w 8124270"/>
              <a:gd name="connsiteY4" fmla="*/ 7093960 h 7304089"/>
              <a:gd name="connsiteX5" fmla="*/ 0 w 8124270"/>
              <a:gd name="connsiteY5" fmla="*/ 210129 h 7304089"/>
              <a:gd name="connsiteX6" fmla="*/ 328542 w 8124270"/>
              <a:gd name="connsiteY6" fmla="*/ 0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24270" h="7304089">
                <a:moveTo>
                  <a:pt x="328542" y="0"/>
                </a:moveTo>
                <a:lnTo>
                  <a:pt x="8124270" y="0"/>
                </a:lnTo>
                <a:lnTo>
                  <a:pt x="8124270" y="7304089"/>
                </a:lnTo>
                <a:lnTo>
                  <a:pt x="328542" y="7304089"/>
                </a:lnTo>
                <a:cubicBezTo>
                  <a:pt x="147844" y="7304089"/>
                  <a:pt x="0" y="7209531"/>
                  <a:pt x="0" y="7093960"/>
                </a:cubicBezTo>
                <a:lnTo>
                  <a:pt x="0" y="210129"/>
                </a:lnTo>
                <a:cubicBezTo>
                  <a:pt x="0" y="94558"/>
                  <a:pt x="147844" y="0"/>
                  <a:pt x="32854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9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29313" indent="-219792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3pPr>
            <a:lvl4pPr marL="686355" indent="-227728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4pPr>
            <a:lvl5pPr marL="887101" indent="-224554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ECC67-3B0E-7DCB-B24F-352584F5CA4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2536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38042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3pPr>
            <a:lvl4pPr marL="687146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4pPr>
            <a:lvl5pPr marL="891068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39D2B-6BC3-DBCB-1122-29B5C52418B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747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D1A3D81-EB33-2DEC-DDB5-E7C3C6D5CE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1360" y="342951"/>
            <a:ext cx="1774825" cy="2885323"/>
          </a:xfrm>
          <a:custGeom>
            <a:avLst/>
            <a:gdLst>
              <a:gd name="connsiteX0" fmla="*/ 406294 w 3548725"/>
              <a:gd name="connsiteY0" fmla="*/ 0 h 5770646"/>
              <a:gd name="connsiteX1" fmla="*/ 3142432 w 3548725"/>
              <a:gd name="connsiteY1" fmla="*/ 0 h 5770646"/>
              <a:gd name="connsiteX2" fmla="*/ 3548725 w 3548725"/>
              <a:gd name="connsiteY2" fmla="*/ 406294 h 5770646"/>
              <a:gd name="connsiteX3" fmla="*/ 3548725 w 3548725"/>
              <a:gd name="connsiteY3" fmla="*/ 5364353 h 5770646"/>
              <a:gd name="connsiteX4" fmla="*/ 3142432 w 3548725"/>
              <a:gd name="connsiteY4" fmla="*/ 5770646 h 5770646"/>
              <a:gd name="connsiteX5" fmla="*/ 406294 w 3548725"/>
              <a:gd name="connsiteY5" fmla="*/ 5770646 h 5770646"/>
              <a:gd name="connsiteX6" fmla="*/ 0 w 3548725"/>
              <a:gd name="connsiteY6" fmla="*/ 5364353 h 5770646"/>
              <a:gd name="connsiteX7" fmla="*/ 0 w 3548725"/>
              <a:gd name="connsiteY7" fmla="*/ 406294 h 5770646"/>
              <a:gd name="connsiteX8" fmla="*/ 406294 w 3548725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5770646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5364353"/>
                </a:lnTo>
                <a:cubicBezTo>
                  <a:pt x="3548725" y="5589085"/>
                  <a:pt x="3367162" y="5770646"/>
                  <a:pt x="3142432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94099EE-AF94-1CF4-1DD0-3A7D914BB0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360" y="3399677"/>
            <a:ext cx="1774825" cy="1352198"/>
          </a:xfrm>
          <a:custGeom>
            <a:avLst/>
            <a:gdLst>
              <a:gd name="connsiteX0" fmla="*/ 406294 w 3548725"/>
              <a:gd name="connsiteY0" fmla="*/ 0 h 2704395"/>
              <a:gd name="connsiteX1" fmla="*/ 3142432 w 3548725"/>
              <a:gd name="connsiteY1" fmla="*/ 0 h 2704395"/>
              <a:gd name="connsiteX2" fmla="*/ 3548725 w 3548725"/>
              <a:gd name="connsiteY2" fmla="*/ 406294 h 2704395"/>
              <a:gd name="connsiteX3" fmla="*/ 3548725 w 3548725"/>
              <a:gd name="connsiteY3" fmla="*/ 2298101 h 2704395"/>
              <a:gd name="connsiteX4" fmla="*/ 3142432 w 3548725"/>
              <a:gd name="connsiteY4" fmla="*/ 2704395 h 2704395"/>
              <a:gd name="connsiteX5" fmla="*/ 406294 w 3548725"/>
              <a:gd name="connsiteY5" fmla="*/ 2704395 h 2704395"/>
              <a:gd name="connsiteX6" fmla="*/ 0 w 3548725"/>
              <a:gd name="connsiteY6" fmla="*/ 2298101 h 2704395"/>
              <a:gd name="connsiteX7" fmla="*/ 0 w 3548725"/>
              <a:gd name="connsiteY7" fmla="*/ 406294 h 2704395"/>
              <a:gd name="connsiteX8" fmla="*/ 406294 w 3548725"/>
              <a:gd name="connsiteY8" fmla="*/ 0 h 270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04395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3"/>
                  <a:pt x="3548725" y="406294"/>
                </a:cubicBezTo>
                <a:lnTo>
                  <a:pt x="3548725" y="2298101"/>
                </a:lnTo>
                <a:cubicBezTo>
                  <a:pt x="3548725" y="2522833"/>
                  <a:pt x="3367162" y="2704395"/>
                  <a:pt x="3142432" y="2704395"/>
                </a:cubicBezTo>
                <a:lnTo>
                  <a:pt x="406294" y="2704395"/>
                </a:lnTo>
                <a:cubicBezTo>
                  <a:pt x="181564" y="2704395"/>
                  <a:pt x="0" y="2522833"/>
                  <a:pt x="0" y="2298101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283B782-5BDA-9F6A-5187-C9251CBEA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633" y="342951"/>
            <a:ext cx="2748281" cy="2885323"/>
          </a:xfrm>
          <a:custGeom>
            <a:avLst/>
            <a:gdLst>
              <a:gd name="connsiteX0" fmla="*/ 406295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5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5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7" y="5770646"/>
                  <a:pt x="5088836" y="5770646"/>
                </a:cubicBezTo>
                <a:lnTo>
                  <a:pt x="406295" y="5770646"/>
                </a:lnTo>
                <a:cubicBezTo>
                  <a:pt x="181563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67C7167-CB2C-77FC-A28A-50A308C279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1360" y="4927726"/>
            <a:ext cx="1774825" cy="1357277"/>
          </a:xfrm>
          <a:custGeom>
            <a:avLst/>
            <a:gdLst>
              <a:gd name="connsiteX0" fmla="*/ 406294 w 3548725"/>
              <a:gd name="connsiteY0" fmla="*/ 0 h 2714553"/>
              <a:gd name="connsiteX1" fmla="*/ 3142432 w 3548725"/>
              <a:gd name="connsiteY1" fmla="*/ 0 h 2714553"/>
              <a:gd name="connsiteX2" fmla="*/ 3548725 w 3548725"/>
              <a:gd name="connsiteY2" fmla="*/ 406294 h 2714553"/>
              <a:gd name="connsiteX3" fmla="*/ 3548725 w 3548725"/>
              <a:gd name="connsiteY3" fmla="*/ 2308258 h 2714553"/>
              <a:gd name="connsiteX4" fmla="*/ 3142432 w 3548725"/>
              <a:gd name="connsiteY4" fmla="*/ 2714553 h 2714553"/>
              <a:gd name="connsiteX5" fmla="*/ 406294 w 3548725"/>
              <a:gd name="connsiteY5" fmla="*/ 2714553 h 2714553"/>
              <a:gd name="connsiteX6" fmla="*/ 0 w 3548725"/>
              <a:gd name="connsiteY6" fmla="*/ 2308258 h 2714553"/>
              <a:gd name="connsiteX7" fmla="*/ 0 w 3548725"/>
              <a:gd name="connsiteY7" fmla="*/ 406294 h 2714553"/>
              <a:gd name="connsiteX8" fmla="*/ 406294 w 3548725"/>
              <a:gd name="connsiteY8" fmla="*/ 0 h 271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14553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2308258"/>
                </a:lnTo>
                <a:cubicBezTo>
                  <a:pt x="3548725" y="2532990"/>
                  <a:pt x="3367162" y="2714553"/>
                  <a:pt x="3142432" y="2714553"/>
                </a:cubicBezTo>
                <a:lnTo>
                  <a:pt x="406294" y="2714553"/>
                </a:lnTo>
                <a:cubicBezTo>
                  <a:pt x="181564" y="2714553"/>
                  <a:pt x="0" y="2532990"/>
                  <a:pt x="0" y="2308258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6395965-353B-5B86-E9ED-658E889830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9553" y="342951"/>
            <a:ext cx="2748281" cy="2885323"/>
          </a:xfrm>
          <a:custGeom>
            <a:avLst/>
            <a:gdLst>
              <a:gd name="connsiteX0" fmla="*/ 406294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4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4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4" y="0"/>
                </a:moveTo>
                <a:lnTo>
                  <a:pt x="5088836" y="0"/>
                </a:lnTo>
                <a:cubicBezTo>
                  <a:pt x="5313566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6" y="5770646"/>
                  <a:pt x="5088836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DE9BC33-3E9D-8433-3477-0B588E3244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6730" y="3399677"/>
            <a:ext cx="3721100" cy="2885324"/>
          </a:xfrm>
          <a:custGeom>
            <a:avLst/>
            <a:gdLst>
              <a:gd name="connsiteX0" fmla="*/ 406294 w 7440262"/>
              <a:gd name="connsiteY0" fmla="*/ 0 h 5770647"/>
              <a:gd name="connsiteX1" fmla="*/ 7033968 w 7440262"/>
              <a:gd name="connsiteY1" fmla="*/ 0 h 5770647"/>
              <a:gd name="connsiteX2" fmla="*/ 7440262 w 7440262"/>
              <a:gd name="connsiteY2" fmla="*/ 406294 h 5770647"/>
              <a:gd name="connsiteX3" fmla="*/ 7440262 w 7440262"/>
              <a:gd name="connsiteY3" fmla="*/ 5364352 h 5770647"/>
              <a:gd name="connsiteX4" fmla="*/ 7033968 w 7440262"/>
              <a:gd name="connsiteY4" fmla="*/ 5770647 h 5770647"/>
              <a:gd name="connsiteX5" fmla="*/ 406294 w 7440262"/>
              <a:gd name="connsiteY5" fmla="*/ 5770647 h 5770647"/>
              <a:gd name="connsiteX6" fmla="*/ 0 w 7440262"/>
              <a:gd name="connsiteY6" fmla="*/ 5364352 h 5770647"/>
              <a:gd name="connsiteX7" fmla="*/ 0 w 7440262"/>
              <a:gd name="connsiteY7" fmla="*/ 406294 h 5770647"/>
              <a:gd name="connsiteX8" fmla="*/ 406294 w 7440262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2" h="5770647">
                <a:moveTo>
                  <a:pt x="406294" y="0"/>
                </a:moveTo>
                <a:lnTo>
                  <a:pt x="7033968" y="0"/>
                </a:lnTo>
                <a:cubicBezTo>
                  <a:pt x="7258698" y="0"/>
                  <a:pt x="7440262" y="181563"/>
                  <a:pt x="7440262" y="406294"/>
                </a:cubicBezTo>
                <a:lnTo>
                  <a:pt x="7440262" y="5364352"/>
                </a:lnTo>
                <a:cubicBezTo>
                  <a:pt x="7440262" y="5589084"/>
                  <a:pt x="7258698" y="5770647"/>
                  <a:pt x="7033968" y="5770647"/>
                </a:cubicBezTo>
                <a:lnTo>
                  <a:pt x="406294" y="5770647"/>
                </a:lnTo>
                <a:cubicBezTo>
                  <a:pt x="181562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2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EE22FC-25BE-0830-1241-EF229A9415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07638" y="342951"/>
            <a:ext cx="3721101" cy="2885323"/>
          </a:xfrm>
          <a:custGeom>
            <a:avLst/>
            <a:gdLst>
              <a:gd name="connsiteX0" fmla="*/ 406295 w 7440263"/>
              <a:gd name="connsiteY0" fmla="*/ 0 h 5770646"/>
              <a:gd name="connsiteX1" fmla="*/ 7033969 w 7440263"/>
              <a:gd name="connsiteY1" fmla="*/ 0 h 5770646"/>
              <a:gd name="connsiteX2" fmla="*/ 7440263 w 7440263"/>
              <a:gd name="connsiteY2" fmla="*/ 406294 h 5770646"/>
              <a:gd name="connsiteX3" fmla="*/ 7440263 w 7440263"/>
              <a:gd name="connsiteY3" fmla="*/ 5364353 h 5770646"/>
              <a:gd name="connsiteX4" fmla="*/ 7033969 w 7440263"/>
              <a:gd name="connsiteY4" fmla="*/ 5770646 h 5770646"/>
              <a:gd name="connsiteX5" fmla="*/ 406295 w 7440263"/>
              <a:gd name="connsiteY5" fmla="*/ 5770646 h 5770646"/>
              <a:gd name="connsiteX6" fmla="*/ 0 w 7440263"/>
              <a:gd name="connsiteY6" fmla="*/ 5364353 h 5770646"/>
              <a:gd name="connsiteX7" fmla="*/ 0 w 7440263"/>
              <a:gd name="connsiteY7" fmla="*/ 406294 h 5770646"/>
              <a:gd name="connsiteX8" fmla="*/ 406295 w 7440263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3" h="5770646">
                <a:moveTo>
                  <a:pt x="406295" y="0"/>
                </a:moveTo>
                <a:lnTo>
                  <a:pt x="7033969" y="0"/>
                </a:lnTo>
                <a:cubicBezTo>
                  <a:pt x="7258701" y="0"/>
                  <a:pt x="7440263" y="181562"/>
                  <a:pt x="7440263" y="406294"/>
                </a:cubicBezTo>
                <a:lnTo>
                  <a:pt x="7440263" y="5364353"/>
                </a:lnTo>
                <a:cubicBezTo>
                  <a:pt x="7440263" y="5589085"/>
                  <a:pt x="7258701" y="5770646"/>
                  <a:pt x="7033969" y="5770646"/>
                </a:cubicBezTo>
                <a:lnTo>
                  <a:pt x="406295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FD14EF4-FB2B-DDD9-FE5E-9BAFD22B78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633" y="3399677"/>
            <a:ext cx="2748281" cy="2885324"/>
          </a:xfrm>
          <a:custGeom>
            <a:avLst/>
            <a:gdLst>
              <a:gd name="connsiteX0" fmla="*/ 406295 w 5495130"/>
              <a:gd name="connsiteY0" fmla="*/ 0 h 5770647"/>
              <a:gd name="connsiteX1" fmla="*/ 5088836 w 5495130"/>
              <a:gd name="connsiteY1" fmla="*/ 0 h 5770647"/>
              <a:gd name="connsiteX2" fmla="*/ 5495130 w 5495130"/>
              <a:gd name="connsiteY2" fmla="*/ 406294 h 5770647"/>
              <a:gd name="connsiteX3" fmla="*/ 5495130 w 5495130"/>
              <a:gd name="connsiteY3" fmla="*/ 5364352 h 5770647"/>
              <a:gd name="connsiteX4" fmla="*/ 5088836 w 5495130"/>
              <a:gd name="connsiteY4" fmla="*/ 5770647 h 5770647"/>
              <a:gd name="connsiteX5" fmla="*/ 406295 w 5495130"/>
              <a:gd name="connsiteY5" fmla="*/ 5770647 h 5770647"/>
              <a:gd name="connsiteX6" fmla="*/ 0 w 5495130"/>
              <a:gd name="connsiteY6" fmla="*/ 5364352 h 5770647"/>
              <a:gd name="connsiteX7" fmla="*/ 0 w 5495130"/>
              <a:gd name="connsiteY7" fmla="*/ 406294 h 5770647"/>
              <a:gd name="connsiteX8" fmla="*/ 406295 w 5495130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7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3"/>
                  <a:pt x="5495130" y="406294"/>
                </a:cubicBezTo>
                <a:lnTo>
                  <a:pt x="5495130" y="5364352"/>
                </a:lnTo>
                <a:cubicBezTo>
                  <a:pt x="5495130" y="5589084"/>
                  <a:pt x="5313567" y="5770647"/>
                  <a:pt x="5088836" y="5770647"/>
                </a:cubicBezTo>
                <a:lnTo>
                  <a:pt x="406295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3BDB665-A65E-6BFA-72FA-B402C1C5B6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207000" y="3399677"/>
            <a:ext cx="2748280" cy="2885324"/>
          </a:xfrm>
          <a:custGeom>
            <a:avLst/>
            <a:gdLst>
              <a:gd name="connsiteX0" fmla="*/ 406294 w 5495129"/>
              <a:gd name="connsiteY0" fmla="*/ 0 h 5770647"/>
              <a:gd name="connsiteX1" fmla="*/ 5088835 w 5495129"/>
              <a:gd name="connsiteY1" fmla="*/ 0 h 5770647"/>
              <a:gd name="connsiteX2" fmla="*/ 5495129 w 5495129"/>
              <a:gd name="connsiteY2" fmla="*/ 406294 h 5770647"/>
              <a:gd name="connsiteX3" fmla="*/ 5495129 w 5495129"/>
              <a:gd name="connsiteY3" fmla="*/ 5364352 h 5770647"/>
              <a:gd name="connsiteX4" fmla="*/ 5088835 w 5495129"/>
              <a:gd name="connsiteY4" fmla="*/ 5770647 h 5770647"/>
              <a:gd name="connsiteX5" fmla="*/ 406294 w 5495129"/>
              <a:gd name="connsiteY5" fmla="*/ 5770647 h 5770647"/>
              <a:gd name="connsiteX6" fmla="*/ 0 w 5495129"/>
              <a:gd name="connsiteY6" fmla="*/ 5364352 h 5770647"/>
              <a:gd name="connsiteX7" fmla="*/ 0 w 5495129"/>
              <a:gd name="connsiteY7" fmla="*/ 406294 h 5770647"/>
              <a:gd name="connsiteX8" fmla="*/ 406294 w 5495129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5770647">
                <a:moveTo>
                  <a:pt x="406294" y="0"/>
                </a:moveTo>
                <a:lnTo>
                  <a:pt x="5088835" y="0"/>
                </a:lnTo>
                <a:cubicBezTo>
                  <a:pt x="5313566" y="0"/>
                  <a:pt x="5495129" y="181563"/>
                  <a:pt x="5495129" y="406294"/>
                </a:cubicBezTo>
                <a:lnTo>
                  <a:pt x="5495129" y="5364352"/>
                </a:lnTo>
                <a:cubicBezTo>
                  <a:pt x="5495129" y="5589084"/>
                  <a:pt x="5313566" y="5770647"/>
                  <a:pt x="5088835" y="5770647"/>
                </a:cubicBezTo>
                <a:lnTo>
                  <a:pt x="406294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2DBC4-3B37-9B5D-CB39-4BAF40A374E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6880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53E6443-A63B-5B59-D899-0F947EEC5F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DD391C8-23D8-4555-8918-705F8D374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04ABEA-745A-372F-CB6F-F42FCD2E11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4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6F42C6-0E0F-53AC-2F31-CE0F68E9E31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5284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3AB2A9-28F0-A5B7-C6EE-4A55FA0F35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8851" y="343074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1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1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0"/>
                  <a:pt x="7442199" y="406400"/>
                </a:cubicBezTo>
                <a:lnTo>
                  <a:pt x="7442199" y="5365751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9F774D-E2B4-62E0-4B1D-8595E724BF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51" y="3400599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0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0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1"/>
                  <a:pt x="7442199" y="406400"/>
                </a:cubicBezTo>
                <a:lnTo>
                  <a:pt x="7442199" y="5365750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CDBB9C-4239-C441-B946-5B5321A677F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06963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36D3DE-B1E4-5705-8D87-3D56AB190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3" y="0"/>
            <a:ext cx="2745821" cy="1769110"/>
          </a:xfrm>
          <a:custGeom>
            <a:avLst/>
            <a:gdLst>
              <a:gd name="connsiteX0" fmla="*/ 0 w 5490211"/>
              <a:gd name="connsiteY0" fmla="*/ 0 h 3538220"/>
              <a:gd name="connsiteX1" fmla="*/ 5490211 w 5490211"/>
              <a:gd name="connsiteY1" fmla="*/ 0 h 3538220"/>
              <a:gd name="connsiteX2" fmla="*/ 5490211 w 5490211"/>
              <a:gd name="connsiteY2" fmla="*/ 20320 h 3538220"/>
              <a:gd name="connsiteX3" fmla="*/ 5490211 w 5490211"/>
              <a:gd name="connsiteY3" fmla="*/ 3131820 h 3538220"/>
              <a:gd name="connsiteX4" fmla="*/ 5083811 w 5490211"/>
              <a:gd name="connsiteY4" fmla="*/ 3538220 h 3538220"/>
              <a:gd name="connsiteX5" fmla="*/ 406400 w 5490211"/>
              <a:gd name="connsiteY5" fmla="*/ 3538220 h 3538220"/>
              <a:gd name="connsiteX6" fmla="*/ 0 w 5490211"/>
              <a:gd name="connsiteY6" fmla="*/ 3131820 h 3538220"/>
              <a:gd name="connsiteX7" fmla="*/ 0 w 5490211"/>
              <a:gd name="connsiteY7" fmla="*/ 20320 h 3538220"/>
              <a:gd name="connsiteX8" fmla="*/ 0 w 5490211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0211" h="3538220">
                <a:moveTo>
                  <a:pt x="0" y="0"/>
                </a:moveTo>
                <a:lnTo>
                  <a:pt x="5490211" y="0"/>
                </a:lnTo>
                <a:cubicBezTo>
                  <a:pt x="5490211" y="6350"/>
                  <a:pt x="5490211" y="13970"/>
                  <a:pt x="5490211" y="20320"/>
                </a:cubicBezTo>
                <a:lnTo>
                  <a:pt x="5490211" y="3131820"/>
                </a:lnTo>
                <a:cubicBezTo>
                  <a:pt x="5490211" y="3356610"/>
                  <a:pt x="5308601" y="3538220"/>
                  <a:pt x="5083811" y="3538220"/>
                </a:cubicBezTo>
                <a:lnTo>
                  <a:pt x="406400" y="3538220"/>
                </a:lnTo>
                <a:cubicBezTo>
                  <a:pt x="181611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EC9E790-45D8-EA52-42B8-FE0E4FB2D8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1940563"/>
            <a:ext cx="2748996" cy="2886075"/>
          </a:xfrm>
          <a:custGeom>
            <a:avLst/>
            <a:gdLst>
              <a:gd name="connsiteX0" fmla="*/ 406400 w 5496561"/>
              <a:gd name="connsiteY0" fmla="*/ 0 h 5772150"/>
              <a:gd name="connsiteX1" fmla="*/ 5090161 w 5496561"/>
              <a:gd name="connsiteY1" fmla="*/ 0 h 5772150"/>
              <a:gd name="connsiteX2" fmla="*/ 5496561 w 5496561"/>
              <a:gd name="connsiteY2" fmla="*/ 406400 h 5772150"/>
              <a:gd name="connsiteX3" fmla="*/ 5496561 w 5496561"/>
              <a:gd name="connsiteY3" fmla="*/ 5365750 h 5772150"/>
              <a:gd name="connsiteX4" fmla="*/ 5090161 w 5496561"/>
              <a:gd name="connsiteY4" fmla="*/ 5772150 h 5772150"/>
              <a:gd name="connsiteX5" fmla="*/ 406400 w 5496561"/>
              <a:gd name="connsiteY5" fmla="*/ 5772150 h 5772150"/>
              <a:gd name="connsiteX6" fmla="*/ 0 w 5496561"/>
              <a:gd name="connsiteY6" fmla="*/ 5365750 h 5772150"/>
              <a:gd name="connsiteX7" fmla="*/ 0 w 5496561"/>
              <a:gd name="connsiteY7" fmla="*/ 406400 h 5772150"/>
              <a:gd name="connsiteX8" fmla="*/ 406400 w 549656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1" h="5772150">
                <a:moveTo>
                  <a:pt x="406400" y="0"/>
                </a:moveTo>
                <a:lnTo>
                  <a:pt x="5090161" y="0"/>
                </a:lnTo>
                <a:cubicBezTo>
                  <a:pt x="5314951" y="0"/>
                  <a:pt x="5496561" y="181610"/>
                  <a:pt x="5496561" y="406400"/>
                </a:cubicBezTo>
                <a:lnTo>
                  <a:pt x="5496561" y="5365750"/>
                </a:lnTo>
                <a:cubicBezTo>
                  <a:pt x="5496561" y="5590540"/>
                  <a:pt x="5314951" y="5772150"/>
                  <a:pt x="509016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85F2332-9FA4-7193-A956-249E3C6D0F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2723" y="4988561"/>
            <a:ext cx="2926842" cy="1872454"/>
          </a:xfrm>
          <a:custGeom>
            <a:avLst/>
            <a:gdLst>
              <a:gd name="connsiteX0" fmla="*/ 604341 w 5852160"/>
              <a:gd name="connsiteY0" fmla="*/ 0 h 3744907"/>
              <a:gd name="connsiteX1" fmla="*/ 5288102 w 5852160"/>
              <a:gd name="connsiteY1" fmla="*/ 0 h 3744907"/>
              <a:gd name="connsiteX2" fmla="*/ 5694503 w 5852160"/>
              <a:gd name="connsiteY2" fmla="*/ 406400 h 3744907"/>
              <a:gd name="connsiteX3" fmla="*/ 5694503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7941 w 5852160"/>
              <a:gd name="connsiteY8" fmla="*/ 3738880 h 3744907"/>
              <a:gd name="connsiteX9" fmla="*/ 197941 w 5852160"/>
              <a:gd name="connsiteY9" fmla="*/ 406400 h 3744907"/>
              <a:gd name="connsiteX10" fmla="*/ 604341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4341" y="0"/>
                </a:moveTo>
                <a:lnTo>
                  <a:pt x="5288102" y="0"/>
                </a:lnTo>
                <a:cubicBezTo>
                  <a:pt x="5512893" y="0"/>
                  <a:pt x="5694503" y="181610"/>
                  <a:pt x="5694503" y="406400"/>
                </a:cubicBezTo>
                <a:lnTo>
                  <a:pt x="5694503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7941" y="3738880"/>
                </a:lnTo>
                <a:lnTo>
                  <a:pt x="197941" y="406400"/>
                </a:lnTo>
                <a:cubicBezTo>
                  <a:pt x="197941" y="181610"/>
                  <a:pt x="379552" y="0"/>
                  <a:pt x="6043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4835E6-BA1A-8794-2FFC-AF34334346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9669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59 w 5496560"/>
              <a:gd name="connsiteY4" fmla="*/ 3538220 h 3538220"/>
              <a:gd name="connsiteX5" fmla="*/ 406399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49" y="3538220"/>
                  <a:pt x="5090159" y="3538220"/>
                </a:cubicBezTo>
                <a:lnTo>
                  <a:pt x="406399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5584FD6-5652-084C-9376-7C6D0E6201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1574" y="1940563"/>
            <a:ext cx="2748996" cy="2886075"/>
          </a:xfrm>
          <a:custGeom>
            <a:avLst/>
            <a:gdLst>
              <a:gd name="connsiteX0" fmla="*/ 406401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1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1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1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1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DB655E3-A8F2-C94B-F488-3430864D68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67992" y="4988561"/>
            <a:ext cx="2926841" cy="1872454"/>
          </a:xfrm>
          <a:custGeom>
            <a:avLst/>
            <a:gdLst>
              <a:gd name="connsiteX0" fmla="*/ 594795 w 5852158"/>
              <a:gd name="connsiteY0" fmla="*/ 0 h 3744907"/>
              <a:gd name="connsiteX1" fmla="*/ 5278554 w 5852158"/>
              <a:gd name="connsiteY1" fmla="*/ 0 h 3744907"/>
              <a:gd name="connsiteX2" fmla="*/ 5684953 w 5852158"/>
              <a:gd name="connsiteY2" fmla="*/ 406400 h 3744907"/>
              <a:gd name="connsiteX3" fmla="*/ 5684953 w 5852158"/>
              <a:gd name="connsiteY3" fmla="*/ 3738880 h 3744907"/>
              <a:gd name="connsiteX4" fmla="*/ 5852158 w 5852158"/>
              <a:gd name="connsiteY4" fmla="*/ 3738880 h 3744907"/>
              <a:gd name="connsiteX5" fmla="*/ 5852158 w 5852158"/>
              <a:gd name="connsiteY5" fmla="*/ 3744907 h 3744907"/>
              <a:gd name="connsiteX6" fmla="*/ 0 w 5852158"/>
              <a:gd name="connsiteY6" fmla="*/ 3744907 h 3744907"/>
              <a:gd name="connsiteX7" fmla="*/ 0 w 5852158"/>
              <a:gd name="connsiteY7" fmla="*/ 3738880 h 3744907"/>
              <a:gd name="connsiteX8" fmla="*/ 188394 w 5852158"/>
              <a:gd name="connsiteY8" fmla="*/ 3738880 h 3744907"/>
              <a:gd name="connsiteX9" fmla="*/ 188394 w 5852158"/>
              <a:gd name="connsiteY9" fmla="*/ 406400 h 3744907"/>
              <a:gd name="connsiteX10" fmla="*/ 594795 w 5852158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8" h="3744907">
                <a:moveTo>
                  <a:pt x="594795" y="0"/>
                </a:moveTo>
                <a:lnTo>
                  <a:pt x="5278554" y="0"/>
                </a:lnTo>
                <a:cubicBezTo>
                  <a:pt x="5503343" y="0"/>
                  <a:pt x="5684953" y="181610"/>
                  <a:pt x="5684953" y="406400"/>
                </a:cubicBezTo>
                <a:lnTo>
                  <a:pt x="5684953" y="3738880"/>
                </a:lnTo>
                <a:lnTo>
                  <a:pt x="5852158" y="3738880"/>
                </a:lnTo>
                <a:lnTo>
                  <a:pt x="5852158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88394" y="3738880"/>
                </a:lnTo>
                <a:lnTo>
                  <a:pt x="188394" y="406400"/>
                </a:lnTo>
                <a:cubicBezTo>
                  <a:pt x="188394" y="181610"/>
                  <a:pt x="370005" y="0"/>
                  <a:pt x="5947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926B289-C137-116E-AE5C-79A731FECC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0795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498E2EB-2E98-2D10-48D8-BFBC93A859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2065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522BB57C-2C34-7C06-7ED8-8347612C22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85368" y="4988561"/>
            <a:ext cx="2926842" cy="1872454"/>
          </a:xfrm>
          <a:custGeom>
            <a:avLst/>
            <a:gdLst>
              <a:gd name="connsiteX0" fmla="*/ 601014 w 5852160"/>
              <a:gd name="connsiteY0" fmla="*/ 0 h 3744907"/>
              <a:gd name="connsiteX1" fmla="*/ 5284774 w 5852160"/>
              <a:gd name="connsiteY1" fmla="*/ 0 h 3744907"/>
              <a:gd name="connsiteX2" fmla="*/ 5691174 w 5852160"/>
              <a:gd name="connsiteY2" fmla="*/ 406400 h 3744907"/>
              <a:gd name="connsiteX3" fmla="*/ 5691174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4614 w 5852160"/>
              <a:gd name="connsiteY8" fmla="*/ 3738880 h 3744907"/>
              <a:gd name="connsiteX9" fmla="*/ 194614 w 5852160"/>
              <a:gd name="connsiteY9" fmla="*/ 406400 h 3744907"/>
              <a:gd name="connsiteX10" fmla="*/ 601014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1014" y="0"/>
                </a:moveTo>
                <a:lnTo>
                  <a:pt x="5284774" y="0"/>
                </a:lnTo>
                <a:cubicBezTo>
                  <a:pt x="5509564" y="0"/>
                  <a:pt x="5691174" y="181610"/>
                  <a:pt x="5691174" y="406400"/>
                </a:cubicBezTo>
                <a:lnTo>
                  <a:pt x="5691174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4614" y="3738880"/>
                </a:lnTo>
                <a:lnTo>
                  <a:pt x="194614" y="406400"/>
                </a:lnTo>
                <a:cubicBezTo>
                  <a:pt x="194614" y="181610"/>
                  <a:pt x="376224" y="0"/>
                  <a:pt x="6010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B71F0B-63E8-DFF5-6161-3B6F4E2489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01920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BD3E44-A276-0D87-CD2C-D2EBF9AF106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01920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34060603-BD1E-0421-08F0-D3757AAA9AD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02749" y="4988561"/>
            <a:ext cx="2926842" cy="1872454"/>
          </a:xfrm>
          <a:custGeom>
            <a:avLst/>
            <a:gdLst>
              <a:gd name="connsiteX0" fmla="*/ 607232 w 5852160"/>
              <a:gd name="connsiteY0" fmla="*/ 0 h 3744907"/>
              <a:gd name="connsiteX1" fmla="*/ 5290992 w 5852160"/>
              <a:gd name="connsiteY1" fmla="*/ 0 h 3744907"/>
              <a:gd name="connsiteX2" fmla="*/ 5697392 w 5852160"/>
              <a:gd name="connsiteY2" fmla="*/ 406400 h 3744907"/>
              <a:gd name="connsiteX3" fmla="*/ 5697392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200832 w 5852160"/>
              <a:gd name="connsiteY8" fmla="*/ 3738880 h 3744907"/>
              <a:gd name="connsiteX9" fmla="*/ 200832 w 5852160"/>
              <a:gd name="connsiteY9" fmla="*/ 406400 h 3744907"/>
              <a:gd name="connsiteX10" fmla="*/ 607232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7232" y="0"/>
                </a:moveTo>
                <a:lnTo>
                  <a:pt x="5290992" y="0"/>
                </a:lnTo>
                <a:cubicBezTo>
                  <a:pt x="5515782" y="0"/>
                  <a:pt x="5697392" y="181610"/>
                  <a:pt x="5697392" y="406400"/>
                </a:cubicBezTo>
                <a:lnTo>
                  <a:pt x="5697392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200832" y="3738880"/>
                </a:lnTo>
                <a:lnTo>
                  <a:pt x="200832" y="406400"/>
                </a:lnTo>
                <a:cubicBezTo>
                  <a:pt x="200832" y="181610"/>
                  <a:pt x="382442" y="0"/>
                  <a:pt x="60723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489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4DBB82-A55D-9984-BCF1-09FD8B022E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639686" y="2"/>
            <a:ext cx="2748280" cy="2527277"/>
          </a:xfrm>
          <a:custGeom>
            <a:avLst/>
            <a:gdLst>
              <a:gd name="connsiteX0" fmla="*/ 0 w 5495129"/>
              <a:gd name="connsiteY0" fmla="*/ 0 h 5054554"/>
              <a:gd name="connsiteX1" fmla="*/ 5495129 w 5495129"/>
              <a:gd name="connsiteY1" fmla="*/ 0 h 5054554"/>
              <a:gd name="connsiteX2" fmla="*/ 5495129 w 5495129"/>
              <a:gd name="connsiteY2" fmla="*/ 4648259 h 5054554"/>
              <a:gd name="connsiteX3" fmla="*/ 5088835 w 5495129"/>
              <a:gd name="connsiteY3" fmla="*/ 5054554 h 5054554"/>
              <a:gd name="connsiteX4" fmla="*/ 406294 w 5495129"/>
              <a:gd name="connsiteY4" fmla="*/ 5054554 h 5054554"/>
              <a:gd name="connsiteX5" fmla="*/ 0 w 5495129"/>
              <a:gd name="connsiteY5" fmla="*/ 4648259 h 505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9" h="5054554">
                <a:moveTo>
                  <a:pt x="0" y="0"/>
                </a:moveTo>
                <a:lnTo>
                  <a:pt x="5495129" y="0"/>
                </a:lnTo>
                <a:lnTo>
                  <a:pt x="5495129" y="4648259"/>
                </a:lnTo>
                <a:cubicBezTo>
                  <a:pt x="5495129" y="4872992"/>
                  <a:pt x="5313565" y="5054554"/>
                  <a:pt x="5088835" y="5054554"/>
                </a:cubicBezTo>
                <a:lnTo>
                  <a:pt x="406294" y="5054554"/>
                </a:lnTo>
                <a:cubicBezTo>
                  <a:pt x="181563" y="5054554"/>
                  <a:pt x="0" y="4872992"/>
                  <a:pt x="0" y="464825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9FDFEE-7BFB-F0C1-E402-65BDC44D5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" y="2"/>
            <a:ext cx="1629411" cy="1765475"/>
          </a:xfrm>
          <a:custGeom>
            <a:avLst/>
            <a:gdLst>
              <a:gd name="connsiteX0" fmla="*/ 0 w 3257973"/>
              <a:gd name="connsiteY0" fmla="*/ 0 h 3530950"/>
              <a:gd name="connsiteX1" fmla="*/ 3257973 w 3257973"/>
              <a:gd name="connsiteY1" fmla="*/ 0 h 3530950"/>
              <a:gd name="connsiteX2" fmla="*/ 3257973 w 3257973"/>
              <a:gd name="connsiteY2" fmla="*/ 3124656 h 3530950"/>
              <a:gd name="connsiteX3" fmla="*/ 2851678 w 3257973"/>
              <a:gd name="connsiteY3" fmla="*/ 3530950 h 3530950"/>
              <a:gd name="connsiteX4" fmla="*/ 0 w 3257973"/>
              <a:gd name="connsiteY4" fmla="*/ 3530950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7973" h="3530950">
                <a:moveTo>
                  <a:pt x="0" y="0"/>
                </a:moveTo>
                <a:lnTo>
                  <a:pt x="3257973" y="0"/>
                </a:lnTo>
                <a:lnTo>
                  <a:pt x="3257973" y="3124656"/>
                </a:lnTo>
                <a:cubicBezTo>
                  <a:pt x="3257973" y="3349387"/>
                  <a:pt x="3076410" y="3530950"/>
                  <a:pt x="2851678" y="3530950"/>
                </a:cubicBezTo>
                <a:lnTo>
                  <a:pt x="0" y="35309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EB2EBB1-AC83-8755-CEBC-A86A26E721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" y="1930533"/>
            <a:ext cx="1630045" cy="3656648"/>
          </a:xfrm>
          <a:custGeom>
            <a:avLst/>
            <a:gdLst>
              <a:gd name="connsiteX0" fmla="*/ 0 w 3259242"/>
              <a:gd name="connsiteY0" fmla="*/ 0 h 7313295"/>
              <a:gd name="connsiteX1" fmla="*/ 2852948 w 3259242"/>
              <a:gd name="connsiteY1" fmla="*/ 0 h 7313295"/>
              <a:gd name="connsiteX2" fmla="*/ 3259242 w 3259242"/>
              <a:gd name="connsiteY2" fmla="*/ 406295 h 7313295"/>
              <a:gd name="connsiteX3" fmla="*/ 3259242 w 3259242"/>
              <a:gd name="connsiteY3" fmla="*/ 6907001 h 7313295"/>
              <a:gd name="connsiteX4" fmla="*/ 2852948 w 3259242"/>
              <a:gd name="connsiteY4" fmla="*/ 7313295 h 7313295"/>
              <a:gd name="connsiteX5" fmla="*/ 0 w 3259242"/>
              <a:gd name="connsiteY5" fmla="*/ 7313295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9242" h="7313295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5"/>
                </a:cubicBezTo>
                <a:lnTo>
                  <a:pt x="3259242" y="6907001"/>
                </a:lnTo>
                <a:cubicBezTo>
                  <a:pt x="3259242" y="7131732"/>
                  <a:pt x="3077679" y="7313295"/>
                  <a:pt x="2852948" y="7313295"/>
                </a:cubicBezTo>
                <a:lnTo>
                  <a:pt x="0" y="73132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3C00E19-2AA9-F815-90E6-4AA5650D9C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5758588"/>
            <a:ext cx="1692081" cy="1099415"/>
          </a:xfrm>
          <a:custGeom>
            <a:avLst/>
            <a:gdLst>
              <a:gd name="connsiteX0" fmla="*/ 0 w 3383280"/>
              <a:gd name="connsiteY0" fmla="*/ 0 h 2198830"/>
              <a:gd name="connsiteX1" fmla="*/ 2852948 w 3383280"/>
              <a:gd name="connsiteY1" fmla="*/ 0 h 2198830"/>
              <a:gd name="connsiteX2" fmla="*/ 3259242 w 3383280"/>
              <a:gd name="connsiteY2" fmla="*/ 406294 h 2198830"/>
              <a:gd name="connsiteX3" fmla="*/ 3259242 w 3383280"/>
              <a:gd name="connsiteY3" fmla="*/ 2195258 h 2198830"/>
              <a:gd name="connsiteX4" fmla="*/ 3383280 w 3383280"/>
              <a:gd name="connsiteY4" fmla="*/ 2195258 h 2198830"/>
              <a:gd name="connsiteX5" fmla="*/ 3383280 w 3383280"/>
              <a:gd name="connsiteY5" fmla="*/ 2198830 h 2198830"/>
              <a:gd name="connsiteX6" fmla="*/ 0 w 3383280"/>
              <a:gd name="connsiteY6" fmla="*/ 219883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280" h="2198830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4"/>
                </a:cubicBezTo>
                <a:lnTo>
                  <a:pt x="3259242" y="2195258"/>
                </a:lnTo>
                <a:lnTo>
                  <a:pt x="3383280" y="2195258"/>
                </a:lnTo>
                <a:lnTo>
                  <a:pt x="3383280" y="2198830"/>
                </a:lnTo>
                <a:lnTo>
                  <a:pt x="0" y="2198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2DCB68-B979-B244-67BD-D01870D46C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00860" y="0"/>
            <a:ext cx="2748280" cy="999865"/>
          </a:xfrm>
          <a:custGeom>
            <a:avLst/>
            <a:gdLst>
              <a:gd name="connsiteX0" fmla="*/ 0 w 5495128"/>
              <a:gd name="connsiteY0" fmla="*/ 0 h 1999729"/>
              <a:gd name="connsiteX1" fmla="*/ 5495128 w 5495128"/>
              <a:gd name="connsiteY1" fmla="*/ 0 h 1999729"/>
              <a:gd name="connsiteX2" fmla="*/ 5495128 w 5495128"/>
              <a:gd name="connsiteY2" fmla="*/ 1593435 h 1999729"/>
              <a:gd name="connsiteX3" fmla="*/ 5088834 w 5495128"/>
              <a:gd name="connsiteY3" fmla="*/ 1999729 h 1999729"/>
              <a:gd name="connsiteX4" fmla="*/ 406293 w 5495128"/>
              <a:gd name="connsiteY4" fmla="*/ 1999729 h 1999729"/>
              <a:gd name="connsiteX5" fmla="*/ 0 w 5495128"/>
              <a:gd name="connsiteY5" fmla="*/ 1593435 h 199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8" h="1999729">
                <a:moveTo>
                  <a:pt x="0" y="0"/>
                </a:moveTo>
                <a:lnTo>
                  <a:pt x="5495128" y="0"/>
                </a:lnTo>
                <a:lnTo>
                  <a:pt x="5495128" y="1593435"/>
                </a:lnTo>
                <a:cubicBezTo>
                  <a:pt x="5495128" y="1818166"/>
                  <a:pt x="5313565" y="1999729"/>
                  <a:pt x="5088834" y="1999729"/>
                </a:cubicBezTo>
                <a:lnTo>
                  <a:pt x="406293" y="1999729"/>
                </a:lnTo>
                <a:cubicBezTo>
                  <a:pt x="181563" y="1999729"/>
                  <a:pt x="0" y="1818166"/>
                  <a:pt x="0" y="15934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0451EE5-0598-7ADA-E78F-4247741F0C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0593" y="2"/>
            <a:ext cx="2747645" cy="1765475"/>
          </a:xfrm>
          <a:custGeom>
            <a:avLst/>
            <a:gdLst>
              <a:gd name="connsiteX0" fmla="*/ 0 w 5493858"/>
              <a:gd name="connsiteY0" fmla="*/ 0 h 3530950"/>
              <a:gd name="connsiteX1" fmla="*/ 5493858 w 5493858"/>
              <a:gd name="connsiteY1" fmla="*/ 0 h 3530950"/>
              <a:gd name="connsiteX2" fmla="*/ 5493858 w 5493858"/>
              <a:gd name="connsiteY2" fmla="*/ 3124656 h 3530950"/>
              <a:gd name="connsiteX3" fmla="*/ 5087564 w 5493858"/>
              <a:gd name="connsiteY3" fmla="*/ 3530950 h 3530950"/>
              <a:gd name="connsiteX4" fmla="*/ 406294 w 5493858"/>
              <a:gd name="connsiteY4" fmla="*/ 3530950 h 3530950"/>
              <a:gd name="connsiteX5" fmla="*/ 0 w 5493858"/>
              <a:gd name="connsiteY5" fmla="*/ 3124656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858" h="3530950">
                <a:moveTo>
                  <a:pt x="0" y="0"/>
                </a:moveTo>
                <a:lnTo>
                  <a:pt x="5493858" y="0"/>
                </a:lnTo>
                <a:lnTo>
                  <a:pt x="5493858" y="3124656"/>
                </a:lnTo>
                <a:cubicBezTo>
                  <a:pt x="5493858" y="3349387"/>
                  <a:pt x="5312296" y="3530950"/>
                  <a:pt x="5087564" y="3530950"/>
                </a:cubicBezTo>
                <a:lnTo>
                  <a:pt x="406294" y="3530950"/>
                </a:lnTo>
                <a:cubicBezTo>
                  <a:pt x="181562" y="3530950"/>
                  <a:pt x="0" y="3349387"/>
                  <a:pt x="0" y="312465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C77EBCE-5329-AA48-4566-8B2F49C337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00860" y="1171271"/>
            <a:ext cx="2748280" cy="3649030"/>
          </a:xfrm>
          <a:custGeom>
            <a:avLst/>
            <a:gdLst>
              <a:gd name="connsiteX0" fmla="*/ 406293 w 5495128"/>
              <a:gd name="connsiteY0" fmla="*/ 0 h 7298059"/>
              <a:gd name="connsiteX1" fmla="*/ 5088834 w 5495128"/>
              <a:gd name="connsiteY1" fmla="*/ 0 h 7298059"/>
              <a:gd name="connsiteX2" fmla="*/ 5495128 w 5495128"/>
              <a:gd name="connsiteY2" fmla="*/ 406294 h 7298059"/>
              <a:gd name="connsiteX3" fmla="*/ 5495128 w 5495128"/>
              <a:gd name="connsiteY3" fmla="*/ 6891764 h 7298059"/>
              <a:gd name="connsiteX4" fmla="*/ 5088834 w 5495128"/>
              <a:gd name="connsiteY4" fmla="*/ 7298059 h 7298059"/>
              <a:gd name="connsiteX5" fmla="*/ 406293 w 5495128"/>
              <a:gd name="connsiteY5" fmla="*/ 7298059 h 7298059"/>
              <a:gd name="connsiteX6" fmla="*/ 0 w 5495128"/>
              <a:gd name="connsiteY6" fmla="*/ 6891764 h 7298059"/>
              <a:gd name="connsiteX7" fmla="*/ 0 w 5495128"/>
              <a:gd name="connsiteY7" fmla="*/ 406294 h 7298059"/>
              <a:gd name="connsiteX8" fmla="*/ 406293 w 5495128"/>
              <a:gd name="connsiteY8" fmla="*/ 0 h 729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8" h="7298059">
                <a:moveTo>
                  <a:pt x="406293" y="0"/>
                </a:moveTo>
                <a:lnTo>
                  <a:pt x="5088834" y="0"/>
                </a:lnTo>
                <a:cubicBezTo>
                  <a:pt x="5313565" y="0"/>
                  <a:pt x="5495128" y="181563"/>
                  <a:pt x="5495128" y="406294"/>
                </a:cubicBezTo>
                <a:lnTo>
                  <a:pt x="5495128" y="6891764"/>
                </a:lnTo>
                <a:cubicBezTo>
                  <a:pt x="5495128" y="7116496"/>
                  <a:pt x="5313565" y="7298059"/>
                  <a:pt x="5088834" y="7298059"/>
                </a:cubicBezTo>
                <a:lnTo>
                  <a:pt x="406293" y="7298059"/>
                </a:lnTo>
                <a:cubicBezTo>
                  <a:pt x="181563" y="7298059"/>
                  <a:pt x="0" y="7116496"/>
                  <a:pt x="0" y="689176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A796F040-EEE0-0593-80B3-39177648DE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2734" y="4991705"/>
            <a:ext cx="2926842" cy="1866296"/>
          </a:xfrm>
          <a:custGeom>
            <a:avLst/>
            <a:gdLst>
              <a:gd name="connsiteX0" fmla="*/ 583771 w 5852159"/>
              <a:gd name="connsiteY0" fmla="*/ 0 h 3732591"/>
              <a:gd name="connsiteX1" fmla="*/ 5266311 w 5852159"/>
              <a:gd name="connsiteY1" fmla="*/ 0 h 3732591"/>
              <a:gd name="connsiteX2" fmla="*/ 5672606 w 5852159"/>
              <a:gd name="connsiteY2" fmla="*/ 406294 h 3732591"/>
              <a:gd name="connsiteX3" fmla="*/ 5672606 w 5852159"/>
              <a:gd name="connsiteY3" fmla="*/ 3729019 h 3732591"/>
              <a:gd name="connsiteX4" fmla="*/ 5852159 w 5852159"/>
              <a:gd name="connsiteY4" fmla="*/ 3729019 h 3732591"/>
              <a:gd name="connsiteX5" fmla="*/ 5852159 w 5852159"/>
              <a:gd name="connsiteY5" fmla="*/ 3732591 h 3732591"/>
              <a:gd name="connsiteX6" fmla="*/ 0 w 5852159"/>
              <a:gd name="connsiteY6" fmla="*/ 3732591 h 3732591"/>
              <a:gd name="connsiteX7" fmla="*/ 0 w 5852159"/>
              <a:gd name="connsiteY7" fmla="*/ 3729019 h 3732591"/>
              <a:gd name="connsiteX8" fmla="*/ 177478 w 5852159"/>
              <a:gd name="connsiteY8" fmla="*/ 3729019 h 3732591"/>
              <a:gd name="connsiteX9" fmla="*/ 177478 w 5852159"/>
              <a:gd name="connsiteY9" fmla="*/ 406294 h 3732591"/>
              <a:gd name="connsiteX10" fmla="*/ 583771 w 5852159"/>
              <a:gd name="connsiteY10" fmla="*/ 0 h 373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9" h="3732591">
                <a:moveTo>
                  <a:pt x="583771" y="0"/>
                </a:moveTo>
                <a:lnTo>
                  <a:pt x="5266311" y="0"/>
                </a:lnTo>
                <a:cubicBezTo>
                  <a:pt x="5491043" y="0"/>
                  <a:pt x="5672606" y="181563"/>
                  <a:pt x="5672606" y="406294"/>
                </a:cubicBezTo>
                <a:lnTo>
                  <a:pt x="5672606" y="3729019"/>
                </a:lnTo>
                <a:lnTo>
                  <a:pt x="5852159" y="3729019"/>
                </a:lnTo>
                <a:lnTo>
                  <a:pt x="5852159" y="3732591"/>
                </a:lnTo>
                <a:lnTo>
                  <a:pt x="0" y="3732591"/>
                </a:lnTo>
                <a:lnTo>
                  <a:pt x="0" y="3729019"/>
                </a:lnTo>
                <a:lnTo>
                  <a:pt x="177478" y="3729019"/>
                </a:lnTo>
                <a:lnTo>
                  <a:pt x="177478" y="406294"/>
                </a:lnTo>
                <a:cubicBezTo>
                  <a:pt x="177478" y="181563"/>
                  <a:pt x="359041" y="0"/>
                  <a:pt x="5837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79118BE-DF78-D7AE-CE1F-951ED6896E6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21228" y="1930533"/>
            <a:ext cx="2747645" cy="3656648"/>
          </a:xfrm>
          <a:custGeom>
            <a:avLst/>
            <a:gdLst>
              <a:gd name="connsiteX0" fmla="*/ 406294 w 5493858"/>
              <a:gd name="connsiteY0" fmla="*/ 0 h 7313295"/>
              <a:gd name="connsiteX1" fmla="*/ 5087564 w 5493858"/>
              <a:gd name="connsiteY1" fmla="*/ 0 h 7313295"/>
              <a:gd name="connsiteX2" fmla="*/ 5493858 w 5493858"/>
              <a:gd name="connsiteY2" fmla="*/ 406295 h 7313295"/>
              <a:gd name="connsiteX3" fmla="*/ 5493858 w 5493858"/>
              <a:gd name="connsiteY3" fmla="*/ 6907001 h 7313295"/>
              <a:gd name="connsiteX4" fmla="*/ 5087564 w 5493858"/>
              <a:gd name="connsiteY4" fmla="*/ 7313295 h 7313295"/>
              <a:gd name="connsiteX5" fmla="*/ 406294 w 5493858"/>
              <a:gd name="connsiteY5" fmla="*/ 7313295 h 7313295"/>
              <a:gd name="connsiteX6" fmla="*/ 0 w 5493858"/>
              <a:gd name="connsiteY6" fmla="*/ 6907001 h 7313295"/>
              <a:gd name="connsiteX7" fmla="*/ 0 w 5493858"/>
              <a:gd name="connsiteY7" fmla="*/ 406295 h 7313295"/>
              <a:gd name="connsiteX8" fmla="*/ 406294 w 5493858"/>
              <a:gd name="connsiteY8" fmla="*/ 0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3858" h="7313295">
                <a:moveTo>
                  <a:pt x="406294" y="0"/>
                </a:moveTo>
                <a:lnTo>
                  <a:pt x="5087564" y="0"/>
                </a:lnTo>
                <a:cubicBezTo>
                  <a:pt x="5312297" y="0"/>
                  <a:pt x="5493858" y="181563"/>
                  <a:pt x="5493858" y="406295"/>
                </a:cubicBezTo>
                <a:lnTo>
                  <a:pt x="5493858" y="6907001"/>
                </a:lnTo>
                <a:cubicBezTo>
                  <a:pt x="5493858" y="7131732"/>
                  <a:pt x="5312297" y="7313295"/>
                  <a:pt x="5087564" y="7313295"/>
                </a:cubicBezTo>
                <a:lnTo>
                  <a:pt x="406294" y="7313295"/>
                </a:lnTo>
                <a:cubicBezTo>
                  <a:pt x="181563" y="7313295"/>
                  <a:pt x="0" y="7131732"/>
                  <a:pt x="0" y="6907001"/>
                </a:cubicBezTo>
                <a:lnTo>
                  <a:pt x="0" y="406295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F8012C5E-145F-D256-F54A-74A2766856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4896" y="5758588"/>
            <a:ext cx="2926842" cy="1099415"/>
          </a:xfrm>
          <a:custGeom>
            <a:avLst/>
            <a:gdLst>
              <a:gd name="connsiteX0" fmla="*/ 538917 w 5852160"/>
              <a:gd name="connsiteY0" fmla="*/ 0 h 2198830"/>
              <a:gd name="connsiteX1" fmla="*/ 5220187 w 5852160"/>
              <a:gd name="connsiteY1" fmla="*/ 0 h 2198830"/>
              <a:gd name="connsiteX2" fmla="*/ 5626481 w 5852160"/>
              <a:gd name="connsiteY2" fmla="*/ 406294 h 2198830"/>
              <a:gd name="connsiteX3" fmla="*/ 5626481 w 5852160"/>
              <a:gd name="connsiteY3" fmla="*/ 2195258 h 2198830"/>
              <a:gd name="connsiteX4" fmla="*/ 5852160 w 5852160"/>
              <a:gd name="connsiteY4" fmla="*/ 2195258 h 2198830"/>
              <a:gd name="connsiteX5" fmla="*/ 5852160 w 5852160"/>
              <a:gd name="connsiteY5" fmla="*/ 2198830 h 2198830"/>
              <a:gd name="connsiteX6" fmla="*/ 0 w 5852160"/>
              <a:gd name="connsiteY6" fmla="*/ 2198830 h 2198830"/>
              <a:gd name="connsiteX7" fmla="*/ 0 w 5852160"/>
              <a:gd name="connsiteY7" fmla="*/ 2195258 h 2198830"/>
              <a:gd name="connsiteX8" fmla="*/ 132623 w 5852160"/>
              <a:gd name="connsiteY8" fmla="*/ 2195258 h 2198830"/>
              <a:gd name="connsiteX9" fmla="*/ 132623 w 5852160"/>
              <a:gd name="connsiteY9" fmla="*/ 406294 h 2198830"/>
              <a:gd name="connsiteX10" fmla="*/ 538917 w 5852160"/>
              <a:gd name="connsiteY10" fmla="*/ 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2198830">
                <a:moveTo>
                  <a:pt x="538917" y="0"/>
                </a:moveTo>
                <a:lnTo>
                  <a:pt x="5220187" y="0"/>
                </a:lnTo>
                <a:cubicBezTo>
                  <a:pt x="5444920" y="0"/>
                  <a:pt x="5626481" y="181563"/>
                  <a:pt x="5626481" y="406294"/>
                </a:cubicBezTo>
                <a:lnTo>
                  <a:pt x="5626481" y="2195258"/>
                </a:lnTo>
                <a:lnTo>
                  <a:pt x="5852160" y="2195258"/>
                </a:lnTo>
                <a:lnTo>
                  <a:pt x="5852160" y="2198830"/>
                </a:lnTo>
                <a:lnTo>
                  <a:pt x="0" y="2198830"/>
                </a:lnTo>
                <a:lnTo>
                  <a:pt x="0" y="2195258"/>
                </a:lnTo>
                <a:lnTo>
                  <a:pt x="132623" y="2195258"/>
                </a:lnTo>
                <a:lnTo>
                  <a:pt x="132623" y="406294"/>
                </a:lnTo>
                <a:cubicBezTo>
                  <a:pt x="132623" y="181563"/>
                  <a:pt x="314186" y="0"/>
                  <a:pt x="5389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662FE03-68D3-D1B1-24B8-3347C547BB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559415" y="4"/>
            <a:ext cx="1632585" cy="1764841"/>
          </a:xfrm>
          <a:custGeom>
            <a:avLst/>
            <a:gdLst>
              <a:gd name="connsiteX0" fmla="*/ 0 w 3264320"/>
              <a:gd name="connsiteY0" fmla="*/ 0 h 3529681"/>
              <a:gd name="connsiteX1" fmla="*/ 3264320 w 3264320"/>
              <a:gd name="connsiteY1" fmla="*/ 0 h 3529681"/>
              <a:gd name="connsiteX2" fmla="*/ 3264320 w 3264320"/>
              <a:gd name="connsiteY2" fmla="*/ 3529681 h 3529681"/>
              <a:gd name="connsiteX3" fmla="*/ 407564 w 3264320"/>
              <a:gd name="connsiteY3" fmla="*/ 3529681 h 3529681"/>
              <a:gd name="connsiteX4" fmla="*/ 1270 w 3264320"/>
              <a:gd name="connsiteY4" fmla="*/ 3123387 h 3529681"/>
              <a:gd name="connsiteX5" fmla="*/ 0 w 3264320"/>
              <a:gd name="connsiteY5" fmla="*/ 3124656 h 35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4320" h="3529681">
                <a:moveTo>
                  <a:pt x="0" y="0"/>
                </a:moveTo>
                <a:lnTo>
                  <a:pt x="3264320" y="0"/>
                </a:lnTo>
                <a:lnTo>
                  <a:pt x="3264320" y="3529681"/>
                </a:lnTo>
                <a:lnTo>
                  <a:pt x="407564" y="3529681"/>
                </a:lnTo>
                <a:cubicBezTo>
                  <a:pt x="182834" y="3529681"/>
                  <a:pt x="1270" y="3348118"/>
                  <a:pt x="1270" y="3123387"/>
                </a:cubicBezTo>
                <a:lnTo>
                  <a:pt x="0" y="31246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3035DDB-80C6-1348-55BF-DC466924CA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39686" y="2699317"/>
            <a:ext cx="2748280" cy="3649664"/>
          </a:xfrm>
          <a:custGeom>
            <a:avLst/>
            <a:gdLst>
              <a:gd name="connsiteX0" fmla="*/ 406294 w 5495129"/>
              <a:gd name="connsiteY0" fmla="*/ 0 h 7299328"/>
              <a:gd name="connsiteX1" fmla="*/ 5088835 w 5495129"/>
              <a:gd name="connsiteY1" fmla="*/ 0 h 7299328"/>
              <a:gd name="connsiteX2" fmla="*/ 5495129 w 5495129"/>
              <a:gd name="connsiteY2" fmla="*/ 406294 h 7299328"/>
              <a:gd name="connsiteX3" fmla="*/ 5495129 w 5495129"/>
              <a:gd name="connsiteY3" fmla="*/ 6893034 h 7299328"/>
              <a:gd name="connsiteX4" fmla="*/ 5088835 w 5495129"/>
              <a:gd name="connsiteY4" fmla="*/ 7299328 h 7299328"/>
              <a:gd name="connsiteX5" fmla="*/ 406294 w 5495129"/>
              <a:gd name="connsiteY5" fmla="*/ 7299328 h 7299328"/>
              <a:gd name="connsiteX6" fmla="*/ 0 w 5495129"/>
              <a:gd name="connsiteY6" fmla="*/ 6893034 h 7299328"/>
              <a:gd name="connsiteX7" fmla="*/ 0 w 5495129"/>
              <a:gd name="connsiteY7" fmla="*/ 406294 h 7299328"/>
              <a:gd name="connsiteX8" fmla="*/ 406294 w 5495129"/>
              <a:gd name="connsiteY8" fmla="*/ 0 h 729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7299328">
                <a:moveTo>
                  <a:pt x="406294" y="0"/>
                </a:moveTo>
                <a:lnTo>
                  <a:pt x="5088835" y="0"/>
                </a:lnTo>
                <a:cubicBezTo>
                  <a:pt x="5313565" y="0"/>
                  <a:pt x="5495129" y="181563"/>
                  <a:pt x="5495129" y="406294"/>
                </a:cubicBezTo>
                <a:lnTo>
                  <a:pt x="5495129" y="6893034"/>
                </a:lnTo>
                <a:cubicBezTo>
                  <a:pt x="5495129" y="7117765"/>
                  <a:pt x="5313565" y="7299328"/>
                  <a:pt x="5088835" y="7299328"/>
                </a:cubicBezTo>
                <a:lnTo>
                  <a:pt x="406294" y="7299328"/>
                </a:lnTo>
                <a:cubicBezTo>
                  <a:pt x="181563" y="7299328"/>
                  <a:pt x="0" y="7117765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43F478DF-47E2-182E-B5DA-6C368D15E7E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97060" y="6577525"/>
            <a:ext cx="2881110" cy="280479"/>
          </a:xfrm>
          <a:custGeom>
            <a:avLst/>
            <a:gdLst>
              <a:gd name="connsiteX0" fmla="*/ 492793 w 5760719"/>
              <a:gd name="connsiteY0" fmla="*/ 0 h 560957"/>
              <a:gd name="connsiteX1" fmla="*/ 5175335 w 5760719"/>
              <a:gd name="connsiteY1" fmla="*/ 0 h 560957"/>
              <a:gd name="connsiteX2" fmla="*/ 5581629 w 5760719"/>
              <a:gd name="connsiteY2" fmla="*/ 406294 h 560957"/>
              <a:gd name="connsiteX3" fmla="*/ 5581629 w 5760719"/>
              <a:gd name="connsiteY3" fmla="*/ 557385 h 560957"/>
              <a:gd name="connsiteX4" fmla="*/ 5760719 w 5760719"/>
              <a:gd name="connsiteY4" fmla="*/ 557385 h 560957"/>
              <a:gd name="connsiteX5" fmla="*/ 5760719 w 5760719"/>
              <a:gd name="connsiteY5" fmla="*/ 560957 h 560957"/>
              <a:gd name="connsiteX6" fmla="*/ 0 w 5760719"/>
              <a:gd name="connsiteY6" fmla="*/ 560957 h 560957"/>
              <a:gd name="connsiteX7" fmla="*/ 0 w 5760719"/>
              <a:gd name="connsiteY7" fmla="*/ 557385 h 560957"/>
              <a:gd name="connsiteX8" fmla="*/ 86499 w 5760719"/>
              <a:gd name="connsiteY8" fmla="*/ 557385 h 560957"/>
              <a:gd name="connsiteX9" fmla="*/ 86499 w 5760719"/>
              <a:gd name="connsiteY9" fmla="*/ 406294 h 560957"/>
              <a:gd name="connsiteX10" fmla="*/ 492793 w 5760719"/>
              <a:gd name="connsiteY10" fmla="*/ 0 h 56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60719" h="560957">
                <a:moveTo>
                  <a:pt x="492793" y="0"/>
                </a:moveTo>
                <a:lnTo>
                  <a:pt x="5175335" y="0"/>
                </a:lnTo>
                <a:cubicBezTo>
                  <a:pt x="5400065" y="0"/>
                  <a:pt x="5581629" y="181563"/>
                  <a:pt x="5581629" y="406294"/>
                </a:cubicBezTo>
                <a:lnTo>
                  <a:pt x="5581629" y="557385"/>
                </a:lnTo>
                <a:lnTo>
                  <a:pt x="5760719" y="557385"/>
                </a:lnTo>
                <a:lnTo>
                  <a:pt x="5760719" y="560957"/>
                </a:lnTo>
                <a:lnTo>
                  <a:pt x="0" y="560957"/>
                </a:lnTo>
                <a:lnTo>
                  <a:pt x="0" y="557385"/>
                </a:lnTo>
                <a:lnTo>
                  <a:pt x="86499" y="557385"/>
                </a:lnTo>
                <a:lnTo>
                  <a:pt x="86499" y="406294"/>
                </a:lnTo>
                <a:cubicBezTo>
                  <a:pt x="86499" y="181563"/>
                  <a:pt x="268062" y="0"/>
                  <a:pt x="4927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20BB2455-D339-7E73-D7B9-575A8EE680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60050" y="1995924"/>
            <a:ext cx="1631950" cy="3649665"/>
          </a:xfrm>
          <a:custGeom>
            <a:avLst/>
            <a:gdLst>
              <a:gd name="connsiteX0" fmla="*/ 406294 w 3263050"/>
              <a:gd name="connsiteY0" fmla="*/ 0 h 7299329"/>
              <a:gd name="connsiteX1" fmla="*/ 3263050 w 3263050"/>
              <a:gd name="connsiteY1" fmla="*/ 0 h 7299329"/>
              <a:gd name="connsiteX2" fmla="*/ 3263050 w 3263050"/>
              <a:gd name="connsiteY2" fmla="*/ 7299329 h 7299329"/>
              <a:gd name="connsiteX3" fmla="*/ 406294 w 3263050"/>
              <a:gd name="connsiteY3" fmla="*/ 7299329 h 7299329"/>
              <a:gd name="connsiteX4" fmla="*/ 0 w 3263050"/>
              <a:gd name="connsiteY4" fmla="*/ 6893034 h 7299329"/>
              <a:gd name="connsiteX5" fmla="*/ 0 w 3263050"/>
              <a:gd name="connsiteY5" fmla="*/ 406294 h 7299329"/>
              <a:gd name="connsiteX6" fmla="*/ 406294 w 3263050"/>
              <a:gd name="connsiteY6" fmla="*/ 0 h 729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63050" h="7299329">
                <a:moveTo>
                  <a:pt x="406294" y="0"/>
                </a:moveTo>
                <a:lnTo>
                  <a:pt x="3263050" y="0"/>
                </a:lnTo>
                <a:lnTo>
                  <a:pt x="3263050" y="7299329"/>
                </a:lnTo>
                <a:lnTo>
                  <a:pt x="406294" y="7299329"/>
                </a:lnTo>
                <a:cubicBezTo>
                  <a:pt x="181564" y="7299329"/>
                  <a:pt x="0" y="7117766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C08E80BD-DC38-A3CA-2560-201DD93B5EC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63896" y="5816993"/>
            <a:ext cx="1728103" cy="1041011"/>
          </a:xfrm>
          <a:custGeom>
            <a:avLst/>
            <a:gdLst>
              <a:gd name="connsiteX0" fmla="*/ 598552 w 3455306"/>
              <a:gd name="connsiteY0" fmla="*/ 0 h 2082021"/>
              <a:gd name="connsiteX1" fmla="*/ 3455306 w 3455306"/>
              <a:gd name="connsiteY1" fmla="*/ 0 h 2082021"/>
              <a:gd name="connsiteX2" fmla="*/ 3455306 w 3455306"/>
              <a:gd name="connsiteY2" fmla="*/ 2082021 h 2082021"/>
              <a:gd name="connsiteX3" fmla="*/ 0 w 3455306"/>
              <a:gd name="connsiteY3" fmla="*/ 2082021 h 2082021"/>
              <a:gd name="connsiteX4" fmla="*/ 0 w 3455306"/>
              <a:gd name="connsiteY4" fmla="*/ 2078449 h 2082021"/>
              <a:gd name="connsiteX5" fmla="*/ 192258 w 3455306"/>
              <a:gd name="connsiteY5" fmla="*/ 2078449 h 2082021"/>
              <a:gd name="connsiteX6" fmla="*/ 192258 w 3455306"/>
              <a:gd name="connsiteY6" fmla="*/ 406294 h 2082021"/>
              <a:gd name="connsiteX7" fmla="*/ 598552 w 3455306"/>
              <a:gd name="connsiteY7" fmla="*/ 0 h 2082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5306" h="2082021">
                <a:moveTo>
                  <a:pt x="598552" y="0"/>
                </a:moveTo>
                <a:lnTo>
                  <a:pt x="3455306" y="0"/>
                </a:lnTo>
                <a:lnTo>
                  <a:pt x="3455306" y="2082021"/>
                </a:lnTo>
                <a:lnTo>
                  <a:pt x="0" y="2082021"/>
                </a:lnTo>
                <a:lnTo>
                  <a:pt x="0" y="2078449"/>
                </a:lnTo>
                <a:lnTo>
                  <a:pt x="192258" y="2078449"/>
                </a:lnTo>
                <a:lnTo>
                  <a:pt x="192258" y="406294"/>
                </a:lnTo>
                <a:cubicBezTo>
                  <a:pt x="192258" y="181563"/>
                  <a:pt x="373822" y="0"/>
                  <a:pt x="5985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96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240904-9D02-DC8A-BB1C-50D4E0D065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6258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8C40F5-E662-4F2E-7915-D4154C5C6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3787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805345C-3480-F5D7-F860-81B70C33B5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6" y="346259"/>
            <a:ext cx="7615633" cy="5943600"/>
          </a:xfrm>
          <a:custGeom>
            <a:avLst/>
            <a:gdLst>
              <a:gd name="connsiteX0" fmla="*/ 406400 w 15227300"/>
              <a:gd name="connsiteY0" fmla="*/ 0 h 11887200"/>
              <a:gd name="connsiteX1" fmla="*/ 14820900 w 15227300"/>
              <a:gd name="connsiteY1" fmla="*/ 0 h 11887200"/>
              <a:gd name="connsiteX2" fmla="*/ 15227300 w 15227300"/>
              <a:gd name="connsiteY2" fmla="*/ 406400 h 11887200"/>
              <a:gd name="connsiteX3" fmla="*/ 15227300 w 15227300"/>
              <a:gd name="connsiteY3" fmla="*/ 11480800 h 11887200"/>
              <a:gd name="connsiteX4" fmla="*/ 14820900 w 15227300"/>
              <a:gd name="connsiteY4" fmla="*/ 11887200 h 11887200"/>
              <a:gd name="connsiteX5" fmla="*/ 406400 w 15227300"/>
              <a:gd name="connsiteY5" fmla="*/ 11887200 h 11887200"/>
              <a:gd name="connsiteX6" fmla="*/ 0 w 15227300"/>
              <a:gd name="connsiteY6" fmla="*/ 11480800 h 11887200"/>
              <a:gd name="connsiteX7" fmla="*/ 0 w 15227300"/>
              <a:gd name="connsiteY7" fmla="*/ 406400 h 11887200"/>
              <a:gd name="connsiteX8" fmla="*/ 406400 w 15227300"/>
              <a:gd name="connsiteY8" fmla="*/ 0 h 11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7300" h="11887200">
                <a:moveTo>
                  <a:pt x="406400" y="0"/>
                </a:moveTo>
                <a:lnTo>
                  <a:pt x="14820900" y="0"/>
                </a:lnTo>
                <a:cubicBezTo>
                  <a:pt x="15045690" y="0"/>
                  <a:pt x="15227300" y="181610"/>
                  <a:pt x="15227300" y="406400"/>
                </a:cubicBezTo>
                <a:lnTo>
                  <a:pt x="15227300" y="11480800"/>
                </a:lnTo>
                <a:cubicBezTo>
                  <a:pt x="15227300" y="11705590"/>
                  <a:pt x="15045690" y="11887200"/>
                  <a:pt x="14820900" y="11887200"/>
                </a:cubicBezTo>
                <a:lnTo>
                  <a:pt x="406400" y="11887200"/>
                </a:lnTo>
                <a:cubicBezTo>
                  <a:pt x="181610" y="11887200"/>
                  <a:pt x="0" y="11705590"/>
                  <a:pt x="0" y="1148080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1BBE6-C2CE-4514-6C98-999FC49EBA02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0206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1ECE5C-4328-4F2A-F2A9-7B18387F76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729" y="742121"/>
            <a:ext cx="9559515" cy="5389218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A889DB-11A7-9C6D-8A25-5CA1FFB401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164724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3" y="1015576"/>
            <a:ext cx="11432977" cy="1259204"/>
          </a:xfrm>
          <a:prstGeom prst="rect">
            <a:avLst/>
          </a:prstGeom>
          <a:noFill/>
        </p:spPr>
        <p:txBody>
          <a:bodyPr lIns="0" anchor="t" anchorCtr="0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764816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049E6F-37C1-F406-FAD5-E0086AD8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2" y="1060704"/>
            <a:ext cx="575459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15493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23BC5BB-5BB1-EA29-E374-D1A483DF54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6764" cy="6858000"/>
          </a:xfrm>
          <a:custGeom>
            <a:avLst/>
            <a:gdLst>
              <a:gd name="connsiteX0" fmla="*/ 466725 w 12192000"/>
              <a:gd name="connsiteY0" fmla="*/ 887005 h 6858000"/>
              <a:gd name="connsiteX1" fmla="*/ 339725 w 12192000"/>
              <a:gd name="connsiteY1" fmla="*/ 1014005 h 6858000"/>
              <a:gd name="connsiteX2" fmla="*/ 339725 w 12192000"/>
              <a:gd name="connsiteY2" fmla="*/ 1760765 h 6858000"/>
              <a:gd name="connsiteX3" fmla="*/ 466725 w 12192000"/>
              <a:gd name="connsiteY3" fmla="*/ 1887765 h 6858000"/>
              <a:gd name="connsiteX4" fmla="*/ 3895725 w 12192000"/>
              <a:gd name="connsiteY4" fmla="*/ 1887765 h 6858000"/>
              <a:gd name="connsiteX5" fmla="*/ 4022725 w 12192000"/>
              <a:gd name="connsiteY5" fmla="*/ 1760130 h 6858000"/>
              <a:gd name="connsiteX6" fmla="*/ 4022725 w 12192000"/>
              <a:gd name="connsiteY6" fmla="*/ 1014005 h 6858000"/>
              <a:gd name="connsiteX7" fmla="*/ 3895725 w 12192000"/>
              <a:gd name="connsiteY7" fmla="*/ 88700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66725" y="887005"/>
                </a:moveTo>
                <a:cubicBezTo>
                  <a:pt x="396875" y="887005"/>
                  <a:pt x="339725" y="944155"/>
                  <a:pt x="339725" y="1014005"/>
                </a:cubicBezTo>
                <a:lnTo>
                  <a:pt x="339725" y="1760765"/>
                </a:lnTo>
                <a:cubicBezTo>
                  <a:pt x="339725" y="1830615"/>
                  <a:pt x="396875" y="1887765"/>
                  <a:pt x="466725" y="1887765"/>
                </a:cubicBezTo>
                <a:lnTo>
                  <a:pt x="3895725" y="1887765"/>
                </a:lnTo>
                <a:cubicBezTo>
                  <a:pt x="3965575" y="1887765"/>
                  <a:pt x="4022725" y="1830615"/>
                  <a:pt x="4022725" y="1760130"/>
                </a:cubicBezTo>
                <a:lnTo>
                  <a:pt x="4022725" y="1014005"/>
                </a:lnTo>
                <a:cubicBezTo>
                  <a:pt x="4022725" y="944155"/>
                  <a:pt x="3965575" y="887005"/>
                  <a:pt x="3895725" y="88700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oundRect">
            <a:avLst>
              <a:gd name="adj" fmla="val 12698"/>
            </a:avLst>
          </a:prstGeom>
          <a:solidFill>
            <a:schemeClr val="accent4"/>
          </a:solidFill>
        </p:spPr>
        <p:txBody>
          <a:bodyPr lIns="393192" anchor="ctr" anchorCtr="0"/>
          <a:lstStyle>
            <a:lvl1pPr marL="0" indent="0">
              <a:lnSpc>
                <a:spcPts val="2100"/>
              </a:lnSpc>
              <a:spcAft>
                <a:spcPts val="0"/>
              </a:spcAft>
              <a:buNone/>
              <a:defRPr sz="2000" b="1" i="0"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555179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ull-bleed Image Headli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574F5-DF6F-51BE-ACF8-CB1347C43D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945645 h 13716000"/>
              <a:gd name="connsiteX1" fmla="*/ 23502728 w 24377650"/>
              <a:gd name="connsiteY1" fmla="*/ 963655 h 13716000"/>
              <a:gd name="connsiteX2" fmla="*/ 23492458 w 24377650"/>
              <a:gd name="connsiteY2" fmla="*/ 1066818 h 13716000"/>
              <a:gd name="connsiteX3" fmla="*/ 23526436 w 24377650"/>
              <a:gd name="connsiteY3" fmla="*/ 1095379 h 13716000"/>
              <a:gd name="connsiteX4" fmla="*/ 23560410 w 24377650"/>
              <a:gd name="connsiteY4" fmla="*/ 1066818 h 13716000"/>
              <a:gd name="connsiteX5" fmla="*/ 23550142 w 24377650"/>
              <a:gd name="connsiteY5" fmla="*/ 963655 h 13716000"/>
              <a:gd name="connsiteX6" fmla="*/ 23526436 w 24377650"/>
              <a:gd name="connsiteY6" fmla="*/ 945645 h 13716000"/>
              <a:gd name="connsiteX7" fmla="*/ 23608656 w 24377650"/>
              <a:gd name="connsiteY7" fmla="*/ 902616 h 13716000"/>
              <a:gd name="connsiteX8" fmla="*/ 23581174 w 24377650"/>
              <a:gd name="connsiteY8" fmla="*/ 914069 h 13716000"/>
              <a:gd name="connsiteX9" fmla="*/ 23584948 w 24377650"/>
              <a:gd name="connsiteY9" fmla="*/ 943534 h 13716000"/>
              <a:gd name="connsiteX10" fmla="*/ 23669356 w 24377650"/>
              <a:gd name="connsiteY10" fmla="*/ 1004046 h 13716000"/>
              <a:gd name="connsiteX11" fmla="*/ 23711110 w 24377650"/>
              <a:gd name="connsiteY11" fmla="*/ 988974 h 13716000"/>
              <a:gd name="connsiteX12" fmla="*/ 23703334 w 24377650"/>
              <a:gd name="connsiteY12" fmla="*/ 945343 h 13716000"/>
              <a:gd name="connsiteX13" fmla="*/ 23608656 w 24377650"/>
              <a:gd name="connsiteY13" fmla="*/ 902616 h 13716000"/>
              <a:gd name="connsiteX14" fmla="*/ 23444214 w 24377650"/>
              <a:gd name="connsiteY14" fmla="*/ 902616 h 13716000"/>
              <a:gd name="connsiteX15" fmla="*/ 23349536 w 24377650"/>
              <a:gd name="connsiteY15" fmla="*/ 945343 h 13716000"/>
              <a:gd name="connsiteX16" fmla="*/ 23341760 w 24377650"/>
              <a:gd name="connsiteY16" fmla="*/ 988976 h 13716000"/>
              <a:gd name="connsiteX17" fmla="*/ 23383514 w 24377650"/>
              <a:gd name="connsiteY17" fmla="*/ 1004048 h 13716000"/>
              <a:gd name="connsiteX18" fmla="*/ 23467922 w 24377650"/>
              <a:gd name="connsiteY18" fmla="*/ 943536 h 13716000"/>
              <a:gd name="connsiteX19" fmla="*/ 23471696 w 24377650"/>
              <a:gd name="connsiteY19" fmla="*/ 914071 h 13716000"/>
              <a:gd name="connsiteX20" fmla="*/ 23444214 w 24377650"/>
              <a:gd name="connsiteY20" fmla="*/ 902616 h 13716000"/>
              <a:gd name="connsiteX21" fmla="*/ 23693064 w 24377650"/>
              <a:gd name="connsiteY21" fmla="*/ 759590 h 13716000"/>
              <a:gd name="connsiteX22" fmla="*/ 23669356 w 24377650"/>
              <a:gd name="connsiteY22" fmla="*/ 761097 h 13716000"/>
              <a:gd name="connsiteX23" fmla="*/ 23584948 w 24377650"/>
              <a:gd name="connsiteY23" fmla="*/ 821533 h 13716000"/>
              <a:gd name="connsiteX24" fmla="*/ 23581174 w 24377650"/>
              <a:gd name="connsiteY24" fmla="*/ 850998 h 13716000"/>
              <a:gd name="connsiteX25" fmla="*/ 23608656 w 24377650"/>
              <a:gd name="connsiteY25" fmla="*/ 862452 h 13716000"/>
              <a:gd name="connsiteX26" fmla="*/ 23703334 w 24377650"/>
              <a:gd name="connsiteY26" fmla="*/ 819725 h 13716000"/>
              <a:gd name="connsiteX27" fmla="*/ 23711110 w 24377650"/>
              <a:gd name="connsiteY27" fmla="*/ 776168 h 13716000"/>
              <a:gd name="connsiteX28" fmla="*/ 23693064 w 24377650"/>
              <a:gd name="connsiteY28" fmla="*/ 759590 h 13716000"/>
              <a:gd name="connsiteX29" fmla="*/ 23359834 w 24377650"/>
              <a:gd name="connsiteY29" fmla="*/ 759590 h 13716000"/>
              <a:gd name="connsiteX30" fmla="*/ 23341760 w 24377650"/>
              <a:gd name="connsiteY30" fmla="*/ 776168 h 13716000"/>
              <a:gd name="connsiteX31" fmla="*/ 23349536 w 24377650"/>
              <a:gd name="connsiteY31" fmla="*/ 819801 h 13716000"/>
              <a:gd name="connsiteX32" fmla="*/ 23444214 w 24377650"/>
              <a:gd name="connsiteY32" fmla="*/ 862528 h 13716000"/>
              <a:gd name="connsiteX33" fmla="*/ 23471696 w 24377650"/>
              <a:gd name="connsiteY33" fmla="*/ 851074 h 13716000"/>
              <a:gd name="connsiteX34" fmla="*/ 23467922 w 24377650"/>
              <a:gd name="connsiteY34" fmla="*/ 821608 h 13716000"/>
              <a:gd name="connsiteX35" fmla="*/ 23383514 w 24377650"/>
              <a:gd name="connsiteY35" fmla="*/ 761097 h 13716000"/>
              <a:gd name="connsiteX36" fmla="*/ 23359834 w 24377650"/>
              <a:gd name="connsiteY36" fmla="*/ 759590 h 13716000"/>
              <a:gd name="connsiteX37" fmla="*/ 23526436 w 24377650"/>
              <a:gd name="connsiteY37" fmla="*/ 669765 h 13716000"/>
              <a:gd name="connsiteX38" fmla="*/ 23492458 w 24377650"/>
              <a:gd name="connsiteY38" fmla="*/ 698324 h 13716000"/>
              <a:gd name="connsiteX39" fmla="*/ 23502728 w 24377650"/>
              <a:gd name="connsiteY39" fmla="*/ 801490 h 13716000"/>
              <a:gd name="connsiteX40" fmla="*/ 23526436 w 24377650"/>
              <a:gd name="connsiteY40" fmla="*/ 819500 h 13716000"/>
              <a:gd name="connsiteX41" fmla="*/ 23550142 w 24377650"/>
              <a:gd name="connsiteY41" fmla="*/ 801490 h 13716000"/>
              <a:gd name="connsiteX42" fmla="*/ 23560410 w 24377650"/>
              <a:gd name="connsiteY42" fmla="*/ 698324 h 13716000"/>
              <a:gd name="connsiteX43" fmla="*/ 23526436 w 24377650"/>
              <a:gd name="connsiteY43" fmla="*/ 669765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945645"/>
                </a:moveTo>
                <a:cubicBezTo>
                  <a:pt x="23512240" y="945645"/>
                  <a:pt x="23504390" y="955141"/>
                  <a:pt x="23502728" y="963655"/>
                </a:cubicBezTo>
                <a:cubicBezTo>
                  <a:pt x="23497744" y="988898"/>
                  <a:pt x="23492234" y="1027558"/>
                  <a:pt x="23492458" y="1066818"/>
                </a:cubicBezTo>
                <a:cubicBezTo>
                  <a:pt x="23492610" y="1085357"/>
                  <a:pt x="23509222" y="1095379"/>
                  <a:pt x="23526436" y="1095379"/>
                </a:cubicBezTo>
                <a:cubicBezTo>
                  <a:pt x="23543648" y="1095379"/>
                  <a:pt x="23560334" y="1085357"/>
                  <a:pt x="23560410" y="1066818"/>
                </a:cubicBezTo>
                <a:cubicBezTo>
                  <a:pt x="23560636" y="1027558"/>
                  <a:pt x="23555124" y="988898"/>
                  <a:pt x="23550142" y="963655"/>
                </a:cubicBezTo>
                <a:cubicBezTo>
                  <a:pt x="23548480" y="955141"/>
                  <a:pt x="23540628" y="945645"/>
                  <a:pt x="23526436" y="945645"/>
                </a:cubicBezTo>
                <a:close/>
                <a:moveTo>
                  <a:pt x="23608656" y="902616"/>
                </a:moveTo>
                <a:cubicBezTo>
                  <a:pt x="23600426" y="899827"/>
                  <a:pt x="23588270" y="901862"/>
                  <a:pt x="23581174" y="914069"/>
                </a:cubicBezTo>
                <a:cubicBezTo>
                  <a:pt x="23574076" y="926354"/>
                  <a:pt x="23578454" y="937882"/>
                  <a:pt x="23584948" y="943534"/>
                </a:cubicBezTo>
                <a:cubicBezTo>
                  <a:pt x="23604352" y="960415"/>
                  <a:pt x="23635156" y="984603"/>
                  <a:pt x="23669356" y="1004046"/>
                </a:cubicBezTo>
                <a:cubicBezTo>
                  <a:pt x="23685440" y="1013240"/>
                  <a:pt x="23702502" y="1003896"/>
                  <a:pt x="23711110" y="988974"/>
                </a:cubicBezTo>
                <a:cubicBezTo>
                  <a:pt x="23719716" y="974054"/>
                  <a:pt x="23719338" y="954688"/>
                  <a:pt x="23703334" y="945343"/>
                </a:cubicBezTo>
                <a:cubicBezTo>
                  <a:pt x="23669356" y="925524"/>
                  <a:pt x="23633042" y="910981"/>
                  <a:pt x="23608656" y="902616"/>
                </a:cubicBezTo>
                <a:close/>
                <a:moveTo>
                  <a:pt x="23444214" y="902616"/>
                </a:moveTo>
                <a:cubicBezTo>
                  <a:pt x="23419828" y="910981"/>
                  <a:pt x="23383514" y="925526"/>
                  <a:pt x="23349536" y="945343"/>
                </a:cubicBezTo>
                <a:cubicBezTo>
                  <a:pt x="23333532" y="954688"/>
                  <a:pt x="23333154" y="974130"/>
                  <a:pt x="23341760" y="988976"/>
                </a:cubicBezTo>
                <a:cubicBezTo>
                  <a:pt x="23350368" y="1003896"/>
                  <a:pt x="23367354" y="1013240"/>
                  <a:pt x="23383514" y="1004048"/>
                </a:cubicBezTo>
                <a:cubicBezTo>
                  <a:pt x="23417714" y="984605"/>
                  <a:pt x="23448518" y="960491"/>
                  <a:pt x="23467922" y="943536"/>
                </a:cubicBezTo>
                <a:cubicBezTo>
                  <a:pt x="23474416" y="937884"/>
                  <a:pt x="23478794" y="926280"/>
                  <a:pt x="23471696" y="914071"/>
                </a:cubicBezTo>
                <a:cubicBezTo>
                  <a:pt x="23464600" y="901788"/>
                  <a:pt x="23452444" y="899829"/>
                  <a:pt x="23444214" y="902616"/>
                </a:cubicBezTo>
                <a:close/>
                <a:moveTo>
                  <a:pt x="23693064" y="759590"/>
                </a:moveTo>
                <a:cubicBezTo>
                  <a:pt x="23685724" y="756537"/>
                  <a:pt x="23677438" y="756500"/>
                  <a:pt x="23669356" y="761097"/>
                </a:cubicBezTo>
                <a:cubicBezTo>
                  <a:pt x="23635156" y="780539"/>
                  <a:pt x="23604352" y="804654"/>
                  <a:pt x="23584948" y="821533"/>
                </a:cubicBezTo>
                <a:cubicBezTo>
                  <a:pt x="23578454" y="827184"/>
                  <a:pt x="23574076" y="838791"/>
                  <a:pt x="23581174" y="850998"/>
                </a:cubicBezTo>
                <a:cubicBezTo>
                  <a:pt x="23588270" y="863280"/>
                  <a:pt x="23600426" y="865239"/>
                  <a:pt x="23608656" y="862452"/>
                </a:cubicBezTo>
                <a:cubicBezTo>
                  <a:pt x="23633042" y="854088"/>
                  <a:pt x="23669356" y="839543"/>
                  <a:pt x="23703334" y="819725"/>
                </a:cubicBezTo>
                <a:cubicBezTo>
                  <a:pt x="23719338" y="810455"/>
                  <a:pt x="23719716" y="791088"/>
                  <a:pt x="23711110" y="776168"/>
                </a:cubicBezTo>
                <a:cubicBezTo>
                  <a:pt x="23706804" y="768709"/>
                  <a:pt x="23700406" y="762642"/>
                  <a:pt x="23693064" y="759590"/>
                </a:cubicBezTo>
                <a:close/>
                <a:moveTo>
                  <a:pt x="23359834" y="759590"/>
                </a:moveTo>
                <a:cubicBezTo>
                  <a:pt x="23352482" y="762642"/>
                  <a:pt x="23346066" y="768709"/>
                  <a:pt x="23341760" y="776168"/>
                </a:cubicBezTo>
                <a:cubicBezTo>
                  <a:pt x="23333154" y="791088"/>
                  <a:pt x="23333532" y="810455"/>
                  <a:pt x="23349536" y="819801"/>
                </a:cubicBezTo>
                <a:cubicBezTo>
                  <a:pt x="23383514" y="839619"/>
                  <a:pt x="23419828" y="854164"/>
                  <a:pt x="23444214" y="862528"/>
                </a:cubicBezTo>
                <a:cubicBezTo>
                  <a:pt x="23452444" y="865315"/>
                  <a:pt x="23464600" y="863280"/>
                  <a:pt x="23471696" y="851074"/>
                </a:cubicBezTo>
                <a:cubicBezTo>
                  <a:pt x="23478794" y="838791"/>
                  <a:pt x="23474416" y="827260"/>
                  <a:pt x="23467922" y="821608"/>
                </a:cubicBezTo>
                <a:cubicBezTo>
                  <a:pt x="23448518" y="804654"/>
                  <a:pt x="23417714" y="780539"/>
                  <a:pt x="23383514" y="761097"/>
                </a:cubicBezTo>
                <a:cubicBezTo>
                  <a:pt x="23375472" y="756500"/>
                  <a:pt x="23367186" y="756537"/>
                  <a:pt x="23359834" y="759590"/>
                </a:cubicBezTo>
                <a:close/>
                <a:moveTo>
                  <a:pt x="23526436" y="669765"/>
                </a:moveTo>
                <a:cubicBezTo>
                  <a:pt x="23509222" y="669765"/>
                  <a:pt x="23492610" y="679788"/>
                  <a:pt x="23492458" y="698324"/>
                </a:cubicBezTo>
                <a:cubicBezTo>
                  <a:pt x="23492234" y="737586"/>
                  <a:pt x="23497744" y="776244"/>
                  <a:pt x="23502728" y="801490"/>
                </a:cubicBezTo>
                <a:cubicBezTo>
                  <a:pt x="23504390" y="810004"/>
                  <a:pt x="23512240" y="819500"/>
                  <a:pt x="23526436" y="819500"/>
                </a:cubicBezTo>
                <a:cubicBezTo>
                  <a:pt x="23540628" y="819500"/>
                  <a:pt x="23548480" y="810004"/>
                  <a:pt x="23550142" y="801490"/>
                </a:cubicBezTo>
                <a:cubicBezTo>
                  <a:pt x="23555124" y="776244"/>
                  <a:pt x="23560636" y="737586"/>
                  <a:pt x="23560410" y="698324"/>
                </a:cubicBezTo>
                <a:cubicBezTo>
                  <a:pt x="23560334" y="679788"/>
                  <a:pt x="23543648" y="669765"/>
                  <a:pt x="23526436" y="669765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ect">
            <a:avLst/>
          </a:prstGeom>
          <a:noFill/>
        </p:spPr>
        <p:txBody>
          <a:bodyPr lIns="0" anchor="ctr" anchorCtr="0"/>
          <a:lstStyle>
            <a:lvl1pPr marL="0" indent="0" algn="l">
              <a:lnSpc>
                <a:spcPts val="2100"/>
              </a:lnSpc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B081189-3B97-1062-8ABE-26151B77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0216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82E9361-C005-EA47-9AFB-69DFC6F0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367877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888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64623" y="1492939"/>
            <a:ext cx="5938449" cy="3429109"/>
          </a:xfrm>
        </p:spPr>
        <p:txBody>
          <a:bodyPr/>
          <a:lstStyle>
            <a:lvl1pPr>
              <a:lnSpc>
                <a:spcPts val="4699"/>
              </a:lnSpc>
              <a:spcAft>
                <a:spcPts val="0"/>
              </a:spcAft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9598" y="5404508"/>
            <a:ext cx="5938449" cy="490538"/>
          </a:xfrm>
        </p:spPr>
        <p:txBody>
          <a:bodyPr/>
          <a:lstStyle>
            <a:lvl1pPr marL="0" indent="0">
              <a:lnSpc>
                <a:spcPts val="1700"/>
              </a:lnSpc>
              <a:spcAft>
                <a:spcPts val="0"/>
              </a:spcAft>
              <a:buNone/>
              <a:defRPr sz="13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0B777-BE0B-A28F-4479-987F0E5099C7}"/>
              </a:ext>
            </a:extLst>
          </p:cNvPr>
          <p:cNvSpPr txBox="1"/>
          <p:nvPr userDrawn="1"/>
        </p:nvSpPr>
        <p:spPr>
          <a:xfrm>
            <a:off x="642314" y="1526892"/>
            <a:ext cx="2604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199"/>
              </a:lnSpc>
            </a:pPr>
            <a:r>
              <a:rPr lang="en-US" sz="3999" b="0" i="0">
                <a:solidFill>
                  <a:schemeClr val="accent1"/>
                </a:solidFill>
                <a:latin typeface="Everyday Sans Light" pitchFamily="2" charset="77"/>
              </a:rPr>
              <a:t>“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6A87A5E-9B1F-A793-1C5F-2B173C494C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7322" y="1107282"/>
            <a:ext cx="4690735" cy="5183351"/>
          </a:xfrm>
          <a:prstGeom prst="roundRect">
            <a:avLst>
              <a:gd name="adj" fmla="val 4161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FE37B2FC-39CF-4D72-DB7B-6CE63F190FB5}"/>
              </a:ext>
            </a:extLst>
          </p:cNvPr>
          <p:cNvSpPr/>
          <p:nvPr/>
        </p:nvSpPr>
        <p:spPr>
          <a:xfrm>
            <a:off x="356153" y="1119886"/>
            <a:ext cx="6635748" cy="5170746"/>
          </a:xfrm>
          <a:custGeom>
            <a:avLst/>
            <a:gdLst>
              <a:gd name="connsiteX0" fmla="*/ 4093464 w 4223003"/>
              <a:gd name="connsiteY0" fmla="*/ 0 h 3291530"/>
              <a:gd name="connsiteX1" fmla="*/ 4223004 w 4223003"/>
              <a:gd name="connsiteY1" fmla="*/ 129540 h 3291530"/>
              <a:gd name="connsiteX2" fmla="*/ 4223004 w 4223003"/>
              <a:gd name="connsiteY2" fmla="*/ 3161991 h 3291530"/>
              <a:gd name="connsiteX3" fmla="*/ 4093464 w 4223003"/>
              <a:gd name="connsiteY3" fmla="*/ 3291531 h 3291530"/>
              <a:gd name="connsiteX4" fmla="*/ 129540 w 4223003"/>
              <a:gd name="connsiteY4" fmla="*/ 3291531 h 3291530"/>
              <a:gd name="connsiteX5" fmla="*/ 0 w 4223003"/>
              <a:gd name="connsiteY5" fmla="*/ 3161991 h 3291530"/>
              <a:gd name="connsiteX6" fmla="*/ 0 w 4223003"/>
              <a:gd name="connsiteY6" fmla="*/ 129540 h 3291530"/>
              <a:gd name="connsiteX7" fmla="*/ 129540 w 4223003"/>
              <a:gd name="connsiteY7" fmla="*/ 0 h 329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3003" h="3291530">
                <a:moveTo>
                  <a:pt x="4093464" y="0"/>
                </a:moveTo>
                <a:cubicBezTo>
                  <a:pt x="4165007" y="0"/>
                  <a:pt x="4223004" y="57997"/>
                  <a:pt x="4223004" y="129540"/>
                </a:cubicBezTo>
                <a:lnTo>
                  <a:pt x="4223004" y="3161991"/>
                </a:lnTo>
                <a:cubicBezTo>
                  <a:pt x="4223004" y="3233533"/>
                  <a:pt x="4165007" y="3291531"/>
                  <a:pt x="4093464" y="3291531"/>
                </a:cubicBezTo>
                <a:lnTo>
                  <a:pt x="129540" y="3291531"/>
                </a:lnTo>
                <a:cubicBezTo>
                  <a:pt x="57997" y="3291531"/>
                  <a:pt x="0" y="3233533"/>
                  <a:pt x="0" y="3161991"/>
                </a:cubicBezTo>
                <a:lnTo>
                  <a:pt x="0" y="129540"/>
                </a:lnTo>
                <a:cubicBezTo>
                  <a:pt x="0" y="57997"/>
                  <a:pt x="57997" y="0"/>
                  <a:pt x="129540" y="0"/>
                </a:cubicBezTo>
                <a:close/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548061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47C863-4D52-D414-6D6E-455138341C6F}"/>
              </a:ext>
            </a:extLst>
          </p:cNvPr>
          <p:cNvSpPr/>
          <p:nvPr/>
        </p:nvSpPr>
        <p:spPr>
          <a:xfrm>
            <a:off x="342901" y="1108432"/>
            <a:ext cx="11506200" cy="5178626"/>
          </a:xfrm>
          <a:prstGeom prst="roundRect">
            <a:avLst>
              <a:gd name="adj" fmla="val 3962"/>
            </a:avLst>
          </a:pr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7403" y="1541365"/>
            <a:ext cx="10975658" cy="3611880"/>
          </a:xfrm>
        </p:spPr>
        <p:txBody>
          <a:bodyPr/>
          <a:lstStyle>
            <a:lvl1pPr marL="316596" indent="-316596">
              <a:lnSpc>
                <a:spcPts val="6199"/>
              </a:lnSpc>
              <a:spcAft>
                <a:spcPts val="0"/>
              </a:spcAft>
              <a:tabLst/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7965" y="5269400"/>
            <a:ext cx="10035491" cy="640080"/>
          </a:xfrm>
        </p:spPr>
        <p:txBody>
          <a:bodyPr/>
          <a:lstStyle>
            <a:lvl1pPr marL="0" indent="0">
              <a:lnSpc>
                <a:spcPts val="2300"/>
              </a:lnSpc>
              <a:spcAft>
                <a:spcPts val="0"/>
              </a:spcAft>
              <a:buNone/>
              <a:defRPr sz="18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Name, Surname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901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Quote/Ide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7325C6-9CEF-68F7-3876-013AB66FDC8B}"/>
              </a:ext>
            </a:extLst>
          </p:cNvPr>
          <p:cNvSpPr/>
          <p:nvPr/>
        </p:nvSpPr>
        <p:spPr>
          <a:xfrm>
            <a:off x="979376" y="1544880"/>
            <a:ext cx="10224945" cy="3974181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18113" y="1779351"/>
            <a:ext cx="5853684" cy="2503065"/>
          </a:xfrm>
        </p:spPr>
        <p:txBody>
          <a:bodyPr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98427" y="4907750"/>
            <a:ext cx="5673370" cy="36195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marL="0" marR="0" lvl="0" indent="0" algn="l" defTabSz="913852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1E60"/>
                </a:solidFill>
                <a:effectLst/>
                <a:latin typeface="Everyday Sans" pitchFamily="2" charset="77"/>
              </a:rPr>
              <a:t>Professional Title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C0771-71AD-2A64-70CB-57463E84EE6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1F8FFC-9273-18AF-91AB-3ED452136B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597" y="1872113"/>
            <a:ext cx="3429893" cy="3326156"/>
          </a:xfrm>
          <a:prstGeom prst="roundRect">
            <a:avLst>
              <a:gd name="adj" fmla="val 530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0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1892" y="1501695"/>
            <a:ext cx="11498709" cy="3488639"/>
          </a:xfrm>
        </p:spPr>
        <p:txBody>
          <a:bodyPr/>
          <a:lstStyle>
            <a:lvl1pPr algn="ctr">
              <a:lnSpc>
                <a:spcPts val="6199"/>
              </a:lnSpc>
              <a:spcAft>
                <a:spcPts val="0"/>
              </a:spcAft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7243" y="5356839"/>
            <a:ext cx="11520042" cy="490538"/>
          </a:xfrm>
        </p:spPr>
        <p:txBody>
          <a:bodyPr/>
          <a:lstStyle>
            <a:lvl1pPr marL="0" indent="0" algn="ctr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85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46CF0F20-DC9D-7EAA-6C06-E42704C327A9}"/>
              </a:ext>
            </a:extLst>
          </p:cNvPr>
          <p:cNvSpPr/>
          <p:nvPr/>
        </p:nvSpPr>
        <p:spPr>
          <a:xfrm>
            <a:off x="341401" y="1883689"/>
            <a:ext cx="11507699" cy="4398072"/>
          </a:xfrm>
          <a:custGeom>
            <a:avLst/>
            <a:gdLst>
              <a:gd name="connsiteX0" fmla="*/ 406347 w 23009404"/>
              <a:gd name="connsiteY0" fmla="*/ 0 h 8796144"/>
              <a:gd name="connsiteX1" fmla="*/ 0 w 23009404"/>
              <a:gd name="connsiteY1" fmla="*/ 406347 h 8796144"/>
              <a:gd name="connsiteX2" fmla="*/ 0 w 23009404"/>
              <a:gd name="connsiteY2" fmla="*/ 8389798 h 8796144"/>
              <a:gd name="connsiteX3" fmla="*/ 406347 w 23009404"/>
              <a:gd name="connsiteY3" fmla="*/ 8796145 h 8796144"/>
              <a:gd name="connsiteX4" fmla="*/ 22603058 w 23009404"/>
              <a:gd name="connsiteY4" fmla="*/ 8796145 h 8796144"/>
              <a:gd name="connsiteX5" fmla="*/ 23009404 w 23009404"/>
              <a:gd name="connsiteY5" fmla="*/ 8389798 h 8796144"/>
              <a:gd name="connsiteX6" fmla="*/ 23009404 w 23009404"/>
              <a:gd name="connsiteY6" fmla="*/ 406347 h 8796144"/>
              <a:gd name="connsiteX7" fmla="*/ 22603058 w 23009404"/>
              <a:gd name="connsiteY7" fmla="*/ 0 h 8796144"/>
              <a:gd name="connsiteX8" fmla="*/ 406347 w 23009404"/>
              <a:gd name="connsiteY8" fmla="*/ 0 h 87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8796144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8389798"/>
                </a:lnTo>
                <a:cubicBezTo>
                  <a:pt x="0" y="8614558"/>
                  <a:pt x="181586" y="8796145"/>
                  <a:pt x="406347" y="8796145"/>
                </a:cubicBezTo>
                <a:lnTo>
                  <a:pt x="22603058" y="8796145"/>
                </a:lnTo>
                <a:cubicBezTo>
                  <a:pt x="22827818" y="8796145"/>
                  <a:pt x="23009404" y="8614558"/>
                  <a:pt x="23009404" y="8389798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4640EA0-7E41-686A-8918-2A5C6A0B50BA}"/>
              </a:ext>
            </a:extLst>
          </p:cNvPr>
          <p:cNvSpPr/>
          <p:nvPr/>
        </p:nvSpPr>
        <p:spPr>
          <a:xfrm>
            <a:off x="341401" y="1883693"/>
            <a:ext cx="11507699" cy="2966969"/>
          </a:xfrm>
          <a:custGeom>
            <a:avLst/>
            <a:gdLst>
              <a:gd name="connsiteX0" fmla="*/ 406347 w 23009404"/>
              <a:gd name="connsiteY0" fmla="*/ 0 h 5933937"/>
              <a:gd name="connsiteX1" fmla="*/ 0 w 23009404"/>
              <a:gd name="connsiteY1" fmla="*/ 406347 h 5933937"/>
              <a:gd name="connsiteX2" fmla="*/ 0 w 23009404"/>
              <a:gd name="connsiteY2" fmla="*/ 5527590 h 5933937"/>
              <a:gd name="connsiteX3" fmla="*/ 406347 w 23009404"/>
              <a:gd name="connsiteY3" fmla="*/ 5933938 h 5933937"/>
              <a:gd name="connsiteX4" fmla="*/ 22603058 w 23009404"/>
              <a:gd name="connsiteY4" fmla="*/ 5933938 h 5933937"/>
              <a:gd name="connsiteX5" fmla="*/ 23009404 w 23009404"/>
              <a:gd name="connsiteY5" fmla="*/ 5527590 h 5933937"/>
              <a:gd name="connsiteX6" fmla="*/ 23009404 w 23009404"/>
              <a:gd name="connsiteY6" fmla="*/ 406347 h 5933937"/>
              <a:gd name="connsiteX7" fmla="*/ 22603058 w 23009404"/>
              <a:gd name="connsiteY7" fmla="*/ 0 h 5933937"/>
              <a:gd name="connsiteX8" fmla="*/ 406347 w 23009404"/>
              <a:gd name="connsiteY8" fmla="*/ 0 h 593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5933937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5527590"/>
                </a:lnTo>
                <a:cubicBezTo>
                  <a:pt x="0" y="5752351"/>
                  <a:pt x="181586" y="5933938"/>
                  <a:pt x="406347" y="5933938"/>
                </a:cubicBezTo>
                <a:lnTo>
                  <a:pt x="22603058" y="5933938"/>
                </a:lnTo>
                <a:cubicBezTo>
                  <a:pt x="22827818" y="5933938"/>
                  <a:pt x="23009404" y="5752351"/>
                  <a:pt x="23009404" y="5527590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5EB2463-2A7A-8E8D-A8C9-8D065FCBBF8B}"/>
              </a:ext>
            </a:extLst>
          </p:cNvPr>
          <p:cNvSpPr/>
          <p:nvPr/>
        </p:nvSpPr>
        <p:spPr>
          <a:xfrm>
            <a:off x="341401" y="1883693"/>
            <a:ext cx="11507699" cy="1425389"/>
          </a:xfrm>
          <a:custGeom>
            <a:avLst/>
            <a:gdLst>
              <a:gd name="connsiteX0" fmla="*/ 406347 w 23009404"/>
              <a:gd name="connsiteY0" fmla="*/ 0 h 2850778"/>
              <a:gd name="connsiteX1" fmla="*/ 0 w 23009404"/>
              <a:gd name="connsiteY1" fmla="*/ 406347 h 2850778"/>
              <a:gd name="connsiteX2" fmla="*/ 0 w 23009404"/>
              <a:gd name="connsiteY2" fmla="*/ 2444432 h 2850778"/>
              <a:gd name="connsiteX3" fmla="*/ 406347 w 23009404"/>
              <a:gd name="connsiteY3" fmla="*/ 2850779 h 2850778"/>
              <a:gd name="connsiteX4" fmla="*/ 22603058 w 23009404"/>
              <a:gd name="connsiteY4" fmla="*/ 2850779 h 2850778"/>
              <a:gd name="connsiteX5" fmla="*/ 23009404 w 23009404"/>
              <a:gd name="connsiteY5" fmla="*/ 2444432 h 2850778"/>
              <a:gd name="connsiteX6" fmla="*/ 23009404 w 23009404"/>
              <a:gd name="connsiteY6" fmla="*/ 406347 h 2850778"/>
              <a:gd name="connsiteX7" fmla="*/ 22603058 w 23009404"/>
              <a:gd name="connsiteY7" fmla="*/ 0 h 2850778"/>
              <a:gd name="connsiteX8" fmla="*/ 406347 w 23009404"/>
              <a:gd name="connsiteY8" fmla="*/ 0 h 285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2850778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2444432"/>
                </a:lnTo>
                <a:cubicBezTo>
                  <a:pt x="0" y="2669192"/>
                  <a:pt x="181586" y="2850779"/>
                  <a:pt x="406347" y="2850779"/>
                </a:cubicBezTo>
                <a:lnTo>
                  <a:pt x="22603058" y="2850779"/>
                </a:lnTo>
                <a:cubicBezTo>
                  <a:pt x="22827818" y="2850779"/>
                  <a:pt x="23009404" y="2669192"/>
                  <a:pt x="23009404" y="2444432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7394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0203" y="2024168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What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295CA6-29DE-9DE8-AC51-916B847A3CC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70203" y="3455349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2F75E1-4DAC-A91D-941E-51F697A08DC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4689" y="4990392"/>
            <a:ext cx="3432705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How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A86B16A-F5ED-69EA-6C43-B4DD70940AE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899147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BD9413-2BED-241F-1C55-D28124793BE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007394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4BB6A2-87B9-FB84-2043-5453BE6D384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7899147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C1F334-948C-A982-AE8F-84A19F261C5A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4007394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A8A26C1-D934-E4DC-7DC9-6141EE94AAE7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7899147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85281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3BF24EAC-114E-3C78-2D98-B11EBEEA5433}"/>
              </a:ext>
            </a:extLst>
          </p:cNvPr>
          <p:cNvSpPr/>
          <p:nvPr userDrawn="1"/>
        </p:nvSpPr>
        <p:spPr>
          <a:xfrm>
            <a:off x="4235286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B162576-5237-23F6-B8A8-B35BCACFF988}"/>
              </a:ext>
            </a:extLst>
          </p:cNvPr>
          <p:cNvSpPr/>
          <p:nvPr userDrawn="1"/>
        </p:nvSpPr>
        <p:spPr>
          <a:xfrm>
            <a:off x="8128850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996561F-2B8C-958B-C0E3-9F0443CEC147}"/>
              </a:ext>
            </a:extLst>
          </p:cNvPr>
          <p:cNvSpPr/>
          <p:nvPr userDrawn="1"/>
        </p:nvSpPr>
        <p:spPr>
          <a:xfrm>
            <a:off x="341722" y="1879375"/>
            <a:ext cx="3722069" cy="4414520"/>
          </a:xfrm>
          <a:custGeom>
            <a:avLst/>
            <a:gdLst>
              <a:gd name="connsiteX0" fmla="*/ 7035800 w 7442200"/>
              <a:gd name="connsiteY0" fmla="*/ 0 h 8829040"/>
              <a:gd name="connsiteX1" fmla="*/ 7442200 w 7442200"/>
              <a:gd name="connsiteY1" fmla="*/ 406400 h 8829040"/>
              <a:gd name="connsiteX2" fmla="*/ 7442200 w 7442200"/>
              <a:gd name="connsiteY2" fmla="*/ 8422640 h 8829040"/>
              <a:gd name="connsiteX3" fmla="*/ 7035800 w 7442200"/>
              <a:gd name="connsiteY3" fmla="*/ 8829040 h 8829040"/>
              <a:gd name="connsiteX4" fmla="*/ 406400 w 7442200"/>
              <a:gd name="connsiteY4" fmla="*/ 8829040 h 8829040"/>
              <a:gd name="connsiteX5" fmla="*/ 0 w 7442200"/>
              <a:gd name="connsiteY5" fmla="*/ 8422640 h 8829040"/>
              <a:gd name="connsiteX6" fmla="*/ 0 w 7442200"/>
              <a:gd name="connsiteY6" fmla="*/ 406400 h 8829040"/>
              <a:gd name="connsiteX7" fmla="*/ 406400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0" y="0"/>
                </a:moveTo>
                <a:cubicBezTo>
                  <a:pt x="7260248" y="0"/>
                  <a:pt x="7442200" y="181951"/>
                  <a:pt x="7442200" y="406400"/>
                </a:cubicBezTo>
                <a:lnTo>
                  <a:pt x="7442200" y="8422640"/>
                </a:lnTo>
                <a:cubicBezTo>
                  <a:pt x="7442200" y="8647088"/>
                  <a:pt x="7260248" y="8829040"/>
                  <a:pt x="7035800" y="8829040"/>
                </a:cubicBezTo>
                <a:lnTo>
                  <a:pt x="406400" y="8829040"/>
                </a:lnTo>
                <a:cubicBezTo>
                  <a:pt x="181951" y="8829040"/>
                  <a:pt x="0" y="8647088"/>
                  <a:pt x="0" y="842264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1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346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7359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0734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4965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8340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/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4408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799E358-3EB9-C878-C5B4-41F12EF92822}"/>
              </a:ext>
            </a:extLst>
          </p:cNvPr>
          <p:cNvSpPr/>
          <p:nvPr/>
        </p:nvSpPr>
        <p:spPr>
          <a:xfrm>
            <a:off x="341722" y="1869600"/>
            <a:ext cx="11509197" cy="4413250"/>
          </a:xfrm>
          <a:custGeom>
            <a:avLst/>
            <a:gdLst>
              <a:gd name="connsiteX0" fmla="*/ 406400 w 23012400"/>
              <a:gd name="connsiteY0" fmla="*/ 0 h 8826499"/>
              <a:gd name="connsiteX1" fmla="*/ 0 w 23012400"/>
              <a:gd name="connsiteY1" fmla="*/ 406400 h 8826499"/>
              <a:gd name="connsiteX2" fmla="*/ 0 w 23012400"/>
              <a:gd name="connsiteY2" fmla="*/ 8420100 h 8826499"/>
              <a:gd name="connsiteX3" fmla="*/ 406400 w 23012400"/>
              <a:gd name="connsiteY3" fmla="*/ 8826500 h 8826499"/>
              <a:gd name="connsiteX4" fmla="*/ 22606000 w 23012400"/>
              <a:gd name="connsiteY4" fmla="*/ 8826500 h 8826499"/>
              <a:gd name="connsiteX5" fmla="*/ 23012400 w 23012400"/>
              <a:gd name="connsiteY5" fmla="*/ 8420100 h 8826499"/>
              <a:gd name="connsiteX6" fmla="*/ 23012400 w 23012400"/>
              <a:gd name="connsiteY6" fmla="*/ 406400 h 8826499"/>
              <a:gd name="connsiteX7" fmla="*/ 22606000 w 23012400"/>
              <a:gd name="connsiteY7" fmla="*/ 0 h 8826499"/>
              <a:gd name="connsiteX8" fmla="*/ 406400 w 23012400"/>
              <a:gd name="connsiteY8" fmla="*/ 0 h 88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882649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8420100"/>
                </a:lnTo>
                <a:cubicBezTo>
                  <a:pt x="0" y="8644890"/>
                  <a:pt x="181610" y="8826500"/>
                  <a:pt x="406400" y="8826500"/>
                </a:cubicBezTo>
                <a:lnTo>
                  <a:pt x="22606000" y="8826500"/>
                </a:lnTo>
                <a:cubicBezTo>
                  <a:pt x="22830790" y="8826500"/>
                  <a:pt x="23012400" y="8644890"/>
                  <a:pt x="23012400" y="842010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2E04EF-857A-0FCE-1765-5C409475DB06}"/>
              </a:ext>
            </a:extLst>
          </p:cNvPr>
          <p:cNvSpPr/>
          <p:nvPr/>
        </p:nvSpPr>
        <p:spPr>
          <a:xfrm>
            <a:off x="341722" y="1869600"/>
            <a:ext cx="11509197" cy="2976880"/>
          </a:xfrm>
          <a:custGeom>
            <a:avLst/>
            <a:gdLst>
              <a:gd name="connsiteX0" fmla="*/ 406400 w 23012400"/>
              <a:gd name="connsiteY0" fmla="*/ 0 h 5953760"/>
              <a:gd name="connsiteX1" fmla="*/ 0 w 23012400"/>
              <a:gd name="connsiteY1" fmla="*/ 406400 h 5953760"/>
              <a:gd name="connsiteX2" fmla="*/ 0 w 23012400"/>
              <a:gd name="connsiteY2" fmla="*/ 5547360 h 5953760"/>
              <a:gd name="connsiteX3" fmla="*/ 406400 w 23012400"/>
              <a:gd name="connsiteY3" fmla="*/ 5953760 h 5953760"/>
              <a:gd name="connsiteX4" fmla="*/ 22606000 w 23012400"/>
              <a:gd name="connsiteY4" fmla="*/ 5953760 h 5953760"/>
              <a:gd name="connsiteX5" fmla="*/ 23012400 w 23012400"/>
              <a:gd name="connsiteY5" fmla="*/ 5547360 h 5953760"/>
              <a:gd name="connsiteX6" fmla="*/ 23012400 w 23012400"/>
              <a:gd name="connsiteY6" fmla="*/ 406400 h 5953760"/>
              <a:gd name="connsiteX7" fmla="*/ 22606000 w 23012400"/>
              <a:gd name="connsiteY7" fmla="*/ 0 h 5953760"/>
              <a:gd name="connsiteX8" fmla="*/ 406400 w 23012400"/>
              <a:gd name="connsiteY8" fmla="*/ 0 h 595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5953760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5547360"/>
                </a:lnTo>
                <a:cubicBezTo>
                  <a:pt x="0" y="5772150"/>
                  <a:pt x="181610" y="5953760"/>
                  <a:pt x="406400" y="5953760"/>
                </a:cubicBezTo>
                <a:lnTo>
                  <a:pt x="22606000" y="5953760"/>
                </a:lnTo>
                <a:cubicBezTo>
                  <a:pt x="22830790" y="5953760"/>
                  <a:pt x="23012400" y="5772150"/>
                  <a:pt x="23012400" y="554736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1025D47-A4FC-3962-9ECB-EA85A875EB92}"/>
              </a:ext>
            </a:extLst>
          </p:cNvPr>
          <p:cNvSpPr/>
          <p:nvPr/>
        </p:nvSpPr>
        <p:spPr>
          <a:xfrm>
            <a:off x="341722" y="1869600"/>
            <a:ext cx="11509197" cy="1430020"/>
          </a:xfrm>
          <a:custGeom>
            <a:avLst/>
            <a:gdLst>
              <a:gd name="connsiteX0" fmla="*/ 406400 w 23012400"/>
              <a:gd name="connsiteY0" fmla="*/ 0 h 2860039"/>
              <a:gd name="connsiteX1" fmla="*/ 0 w 23012400"/>
              <a:gd name="connsiteY1" fmla="*/ 406400 h 2860039"/>
              <a:gd name="connsiteX2" fmla="*/ 0 w 23012400"/>
              <a:gd name="connsiteY2" fmla="*/ 2453640 h 2860039"/>
              <a:gd name="connsiteX3" fmla="*/ 406400 w 23012400"/>
              <a:gd name="connsiteY3" fmla="*/ 2860040 h 2860039"/>
              <a:gd name="connsiteX4" fmla="*/ 22606000 w 23012400"/>
              <a:gd name="connsiteY4" fmla="*/ 2860040 h 2860039"/>
              <a:gd name="connsiteX5" fmla="*/ 23012400 w 23012400"/>
              <a:gd name="connsiteY5" fmla="*/ 2453640 h 2860039"/>
              <a:gd name="connsiteX6" fmla="*/ 23012400 w 23012400"/>
              <a:gd name="connsiteY6" fmla="*/ 406400 h 2860039"/>
              <a:gd name="connsiteX7" fmla="*/ 22606000 w 23012400"/>
              <a:gd name="connsiteY7" fmla="*/ 0 h 2860039"/>
              <a:gd name="connsiteX8" fmla="*/ 406400 w 23012400"/>
              <a:gd name="connsiteY8" fmla="*/ 0 h 286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286003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2453640"/>
                </a:lnTo>
                <a:cubicBezTo>
                  <a:pt x="0" y="2677160"/>
                  <a:pt x="181610" y="2860040"/>
                  <a:pt x="406400" y="2860040"/>
                </a:cubicBezTo>
                <a:lnTo>
                  <a:pt x="22606000" y="2860040"/>
                </a:lnTo>
                <a:cubicBezTo>
                  <a:pt x="22830790" y="2860040"/>
                  <a:pt x="23012400" y="2677160"/>
                  <a:pt x="23012400" y="245364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3100" y="2111654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C7DA97-0326-9EC1-4C3E-1815D45D2B1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243100" y="3542539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D6179A-69FE-CCB2-253D-E5AFD8676B2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243100" y="5094291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>
                <a:solidFill>
                  <a:schemeClr val="bg1"/>
                </a:solidFill>
              </a:defRPr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293" y="20448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Get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C3713A6-37E0-06F6-C2DE-2C8C054510D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576293" y="34756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To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9984BB-AC74-EB5A-8483-27C4BC9AC92A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576293" y="5012753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bg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39765246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A26C0E9A-C62F-5444-3052-EC6FBE921780}"/>
              </a:ext>
            </a:extLst>
          </p:cNvPr>
          <p:cNvSpPr/>
          <p:nvPr/>
        </p:nvSpPr>
        <p:spPr>
          <a:xfrm>
            <a:off x="4234180" y="1880780"/>
            <a:ext cx="2435860" cy="4413370"/>
          </a:xfrm>
          <a:custGeom>
            <a:avLst/>
            <a:gdLst>
              <a:gd name="connsiteX0" fmla="*/ 4464158 w 4870451"/>
              <a:gd name="connsiteY0" fmla="*/ 0 h 8826740"/>
              <a:gd name="connsiteX1" fmla="*/ 4870452 w 4870451"/>
              <a:gd name="connsiteY1" fmla="*/ 406294 h 8826740"/>
              <a:gd name="connsiteX2" fmla="*/ 4870452 w 4870451"/>
              <a:gd name="connsiteY2" fmla="*/ 8420447 h 8826740"/>
              <a:gd name="connsiteX3" fmla="*/ 4464158 w 4870451"/>
              <a:gd name="connsiteY3" fmla="*/ 8826741 h 8826740"/>
              <a:gd name="connsiteX4" fmla="*/ 406295 w 4870451"/>
              <a:gd name="connsiteY4" fmla="*/ 8826741 h 8826740"/>
              <a:gd name="connsiteX5" fmla="*/ 1 w 4870451"/>
              <a:gd name="connsiteY5" fmla="*/ 8420447 h 8826740"/>
              <a:gd name="connsiteX6" fmla="*/ 1 w 4870451"/>
              <a:gd name="connsiteY6" fmla="*/ 406294 h 8826740"/>
              <a:gd name="connsiteX7" fmla="*/ 406295 w 487045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0451" h="8826740">
                <a:moveTo>
                  <a:pt x="4464158" y="0"/>
                </a:moveTo>
                <a:cubicBezTo>
                  <a:pt x="4688548" y="0"/>
                  <a:pt x="4870452" y="181904"/>
                  <a:pt x="4870452" y="406294"/>
                </a:cubicBezTo>
                <a:lnTo>
                  <a:pt x="4870452" y="8420447"/>
                </a:lnTo>
                <a:cubicBezTo>
                  <a:pt x="4870452" y="8644837"/>
                  <a:pt x="4688548" y="8826741"/>
                  <a:pt x="446415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C3C3B2E-6AEB-3B3A-E92D-EF27FCAB1646}"/>
              </a:ext>
            </a:extLst>
          </p:cNvPr>
          <p:cNvSpPr/>
          <p:nvPr/>
        </p:nvSpPr>
        <p:spPr>
          <a:xfrm>
            <a:off x="9431655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1592CA5-ACEF-3366-DFF1-A865EF2625D4}"/>
              </a:ext>
            </a:extLst>
          </p:cNvPr>
          <p:cNvSpPr/>
          <p:nvPr/>
        </p:nvSpPr>
        <p:spPr>
          <a:xfrm>
            <a:off x="6844030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5223D35-2533-6DD7-1CC1-AD39AD0E3FB5}"/>
              </a:ext>
            </a:extLst>
          </p:cNvPr>
          <p:cNvSpPr/>
          <p:nvPr/>
        </p:nvSpPr>
        <p:spPr>
          <a:xfrm>
            <a:off x="341630" y="1880780"/>
            <a:ext cx="3721100" cy="4413370"/>
          </a:xfrm>
          <a:custGeom>
            <a:avLst/>
            <a:gdLst>
              <a:gd name="connsiteX0" fmla="*/ 7033968 w 7440261"/>
              <a:gd name="connsiteY0" fmla="*/ 0 h 8826740"/>
              <a:gd name="connsiteX1" fmla="*/ 7440262 w 7440261"/>
              <a:gd name="connsiteY1" fmla="*/ 406294 h 8826740"/>
              <a:gd name="connsiteX2" fmla="*/ 7440262 w 7440261"/>
              <a:gd name="connsiteY2" fmla="*/ 8420447 h 8826740"/>
              <a:gd name="connsiteX3" fmla="*/ 7033968 w 7440261"/>
              <a:gd name="connsiteY3" fmla="*/ 8826741 h 8826740"/>
              <a:gd name="connsiteX4" fmla="*/ 406294 w 7440261"/>
              <a:gd name="connsiteY4" fmla="*/ 8826741 h 8826740"/>
              <a:gd name="connsiteX5" fmla="*/ 0 w 7440261"/>
              <a:gd name="connsiteY5" fmla="*/ 8420447 h 8826740"/>
              <a:gd name="connsiteX6" fmla="*/ 0 w 7440261"/>
              <a:gd name="connsiteY6" fmla="*/ 406294 h 8826740"/>
              <a:gd name="connsiteX7" fmla="*/ 406294 w 744026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8826740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8420447"/>
                </a:lnTo>
                <a:cubicBezTo>
                  <a:pt x="7440262" y="8644837"/>
                  <a:pt x="7258358" y="8826741"/>
                  <a:pt x="7033968" y="8826741"/>
                </a:cubicBezTo>
                <a:lnTo>
                  <a:pt x="406294" y="8826741"/>
                </a:lnTo>
                <a:cubicBezTo>
                  <a:pt x="181904" y="8826741"/>
                  <a:pt x="0" y="8644837"/>
                  <a:pt x="0" y="84204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EF1FB69-1C30-5A75-2F7E-730A88B7A678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3" y="2226271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973" y="2716062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173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4295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159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6159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021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770211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41690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4B083D97-9731-5C43-F01D-BC2C2976AF9D}"/>
              </a:ext>
            </a:extLst>
          </p:cNvPr>
          <p:cNvSpPr/>
          <p:nvPr/>
        </p:nvSpPr>
        <p:spPr>
          <a:xfrm>
            <a:off x="341677" y="1863566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9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87B3B11-0D6D-EBD6-471E-36FBEAEFEB80}"/>
              </a:ext>
            </a:extLst>
          </p:cNvPr>
          <p:cNvSpPr/>
          <p:nvPr/>
        </p:nvSpPr>
        <p:spPr>
          <a:xfrm>
            <a:off x="341677" y="3391809"/>
            <a:ext cx="5668113" cy="1356818"/>
          </a:xfrm>
          <a:custGeom>
            <a:avLst/>
            <a:gdLst>
              <a:gd name="connsiteX0" fmla="*/ 10926927 w 11333274"/>
              <a:gd name="connsiteY0" fmla="*/ 0 h 2713636"/>
              <a:gd name="connsiteX1" fmla="*/ 11333274 w 11333274"/>
              <a:gd name="connsiteY1" fmla="*/ 406347 h 2713636"/>
              <a:gd name="connsiteX2" fmla="*/ 11333274 w 11333274"/>
              <a:gd name="connsiteY2" fmla="*/ 2307290 h 2713636"/>
              <a:gd name="connsiteX3" fmla="*/ 10926927 w 11333274"/>
              <a:gd name="connsiteY3" fmla="*/ 2713637 h 2713636"/>
              <a:gd name="connsiteX4" fmla="*/ 406347 w 11333274"/>
              <a:gd name="connsiteY4" fmla="*/ 2713637 h 2713636"/>
              <a:gd name="connsiteX5" fmla="*/ 0 w 11333274"/>
              <a:gd name="connsiteY5" fmla="*/ 2307290 h 2713636"/>
              <a:gd name="connsiteX6" fmla="*/ 0 w 11333274"/>
              <a:gd name="connsiteY6" fmla="*/ 406347 h 2713636"/>
              <a:gd name="connsiteX7" fmla="*/ 406347 w 1133327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363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7290"/>
                </a:lnTo>
                <a:cubicBezTo>
                  <a:pt x="11333274" y="2531709"/>
                  <a:pt x="11151346" y="2713637"/>
                  <a:pt x="1092692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CE28D9D-A45C-44B9-D8C5-919FD57229A3}"/>
              </a:ext>
            </a:extLst>
          </p:cNvPr>
          <p:cNvSpPr/>
          <p:nvPr/>
        </p:nvSpPr>
        <p:spPr>
          <a:xfrm>
            <a:off x="6181259" y="1863566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9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087E5B5-A0E8-FCE8-1D9A-F7BEB4CC4C2A}"/>
              </a:ext>
            </a:extLst>
          </p:cNvPr>
          <p:cNvSpPr/>
          <p:nvPr/>
        </p:nvSpPr>
        <p:spPr>
          <a:xfrm>
            <a:off x="6181259" y="3391809"/>
            <a:ext cx="2748638" cy="1356818"/>
          </a:xfrm>
          <a:custGeom>
            <a:avLst/>
            <a:gdLst>
              <a:gd name="connsiteX0" fmla="*/ 5089497 w 5495844"/>
              <a:gd name="connsiteY0" fmla="*/ 0 h 2713636"/>
              <a:gd name="connsiteX1" fmla="*/ 5495844 w 5495844"/>
              <a:gd name="connsiteY1" fmla="*/ 406347 h 2713636"/>
              <a:gd name="connsiteX2" fmla="*/ 5495844 w 5495844"/>
              <a:gd name="connsiteY2" fmla="*/ 2307290 h 2713636"/>
              <a:gd name="connsiteX3" fmla="*/ 5089497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7290"/>
                </a:lnTo>
                <a:cubicBezTo>
                  <a:pt x="5495844" y="2531709"/>
                  <a:pt x="5313916" y="2713637"/>
                  <a:pt x="508949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AFB25E71-AAF1-2CEE-56EE-8D24022DE474}"/>
              </a:ext>
            </a:extLst>
          </p:cNvPr>
          <p:cNvSpPr/>
          <p:nvPr/>
        </p:nvSpPr>
        <p:spPr>
          <a:xfrm>
            <a:off x="6181259" y="4920693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8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853F9A9-5CFB-1659-634E-D25C70B66601}"/>
              </a:ext>
            </a:extLst>
          </p:cNvPr>
          <p:cNvSpPr/>
          <p:nvPr/>
        </p:nvSpPr>
        <p:spPr>
          <a:xfrm>
            <a:off x="9101370" y="1863566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F301E6F-33B6-895F-ABF1-CA10EB8937E7}"/>
              </a:ext>
            </a:extLst>
          </p:cNvPr>
          <p:cNvSpPr/>
          <p:nvPr/>
        </p:nvSpPr>
        <p:spPr>
          <a:xfrm>
            <a:off x="9101370" y="3391809"/>
            <a:ext cx="2748638" cy="1356818"/>
          </a:xfrm>
          <a:custGeom>
            <a:avLst/>
            <a:gdLst>
              <a:gd name="connsiteX0" fmla="*/ 5089498 w 5495844"/>
              <a:gd name="connsiteY0" fmla="*/ 0 h 2713636"/>
              <a:gd name="connsiteX1" fmla="*/ 5495845 w 5495844"/>
              <a:gd name="connsiteY1" fmla="*/ 406347 h 2713636"/>
              <a:gd name="connsiteX2" fmla="*/ 5495845 w 5495844"/>
              <a:gd name="connsiteY2" fmla="*/ 2307290 h 2713636"/>
              <a:gd name="connsiteX3" fmla="*/ 5089498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7290"/>
                </a:lnTo>
                <a:cubicBezTo>
                  <a:pt x="5495845" y="2531709"/>
                  <a:pt x="5313917" y="2713637"/>
                  <a:pt x="5089498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3E5C82-89ED-E1CE-E4A0-6229184CC132}"/>
              </a:ext>
            </a:extLst>
          </p:cNvPr>
          <p:cNvSpPr/>
          <p:nvPr/>
        </p:nvSpPr>
        <p:spPr>
          <a:xfrm>
            <a:off x="9101370" y="4920693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1D5FFC1-7666-00BD-5941-5CEC48B3F91B}"/>
              </a:ext>
            </a:extLst>
          </p:cNvPr>
          <p:cNvSpPr/>
          <p:nvPr/>
        </p:nvSpPr>
        <p:spPr>
          <a:xfrm>
            <a:off x="341677" y="4920693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8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025" y="2092652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6025" y="2400264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401346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401347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9323107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323108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66025" y="362202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66025" y="3929636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01346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01347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323107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323108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66025" y="515237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566025" y="5467020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01346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401347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323107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9323108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41995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3" y="197088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1403" y="237665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41403" y="278401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41403" y="3195638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41403" y="360394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41403" y="400965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1403" y="4416957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41403" y="482420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41403" y="523303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FF90FBA-B43C-8B8D-5A9D-3AC8981B7C3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1403" y="564102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2BB94E5-2B26-F5C5-546B-D2E708EE9D6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1403" y="604900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4061739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E028735-1B73-6561-5090-937C3B5E6E55}"/>
              </a:ext>
            </a:extLst>
          </p:cNvPr>
          <p:cNvSpPr/>
          <p:nvPr/>
        </p:nvSpPr>
        <p:spPr>
          <a:xfrm>
            <a:off x="346163" y="1875227"/>
            <a:ext cx="11501755" cy="4407022"/>
          </a:xfrm>
          <a:custGeom>
            <a:avLst/>
            <a:gdLst>
              <a:gd name="connsiteX0" fmla="*/ 22591226 w 22997519"/>
              <a:gd name="connsiteY0" fmla="*/ 0 h 8814043"/>
              <a:gd name="connsiteX1" fmla="*/ 22997520 w 22997519"/>
              <a:gd name="connsiteY1" fmla="*/ 406294 h 8814043"/>
              <a:gd name="connsiteX2" fmla="*/ 22997520 w 22997519"/>
              <a:gd name="connsiteY2" fmla="*/ 8407750 h 8814043"/>
              <a:gd name="connsiteX3" fmla="*/ 22591226 w 22997519"/>
              <a:gd name="connsiteY3" fmla="*/ 8814044 h 8814043"/>
              <a:gd name="connsiteX4" fmla="*/ 406294 w 22997519"/>
              <a:gd name="connsiteY4" fmla="*/ 8814044 h 8814043"/>
              <a:gd name="connsiteX5" fmla="*/ 0 w 22997519"/>
              <a:gd name="connsiteY5" fmla="*/ 8407750 h 8814043"/>
              <a:gd name="connsiteX6" fmla="*/ 0 w 22997519"/>
              <a:gd name="connsiteY6" fmla="*/ 406295 h 8814043"/>
              <a:gd name="connsiteX7" fmla="*/ 406294 w 22997519"/>
              <a:gd name="connsiteY7" fmla="*/ 0 h 88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7519" h="8814043">
                <a:moveTo>
                  <a:pt x="22591226" y="0"/>
                </a:moveTo>
                <a:cubicBezTo>
                  <a:pt x="22815616" y="0"/>
                  <a:pt x="22997520" y="181904"/>
                  <a:pt x="22997520" y="406294"/>
                </a:cubicBezTo>
                <a:lnTo>
                  <a:pt x="22997520" y="8407750"/>
                </a:lnTo>
                <a:cubicBezTo>
                  <a:pt x="22997520" y="8632140"/>
                  <a:pt x="22815616" y="8814044"/>
                  <a:pt x="22591226" y="8814044"/>
                </a:cubicBezTo>
                <a:lnTo>
                  <a:pt x="406294" y="8814044"/>
                </a:lnTo>
                <a:cubicBezTo>
                  <a:pt x="181904" y="8814044"/>
                  <a:pt x="0" y="8632140"/>
                  <a:pt x="0" y="8407750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rgbClr val="DDF1FC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B328B85-F3AB-2268-AEED-59A43699043C}"/>
              </a:ext>
            </a:extLst>
          </p:cNvPr>
          <p:cNvSpPr/>
          <p:nvPr/>
        </p:nvSpPr>
        <p:spPr>
          <a:xfrm>
            <a:off x="346163" y="1874592"/>
            <a:ext cx="11501120" cy="3526506"/>
          </a:xfrm>
          <a:custGeom>
            <a:avLst/>
            <a:gdLst>
              <a:gd name="connsiteX0" fmla="*/ 22589956 w 22996249"/>
              <a:gd name="connsiteY0" fmla="*/ 0 h 7053012"/>
              <a:gd name="connsiteX1" fmla="*/ 22996250 w 22996249"/>
              <a:gd name="connsiteY1" fmla="*/ 406294 h 7053012"/>
              <a:gd name="connsiteX2" fmla="*/ 22996250 w 22996249"/>
              <a:gd name="connsiteY2" fmla="*/ 6646719 h 7053012"/>
              <a:gd name="connsiteX3" fmla="*/ 22589956 w 22996249"/>
              <a:gd name="connsiteY3" fmla="*/ 7053013 h 7053012"/>
              <a:gd name="connsiteX4" fmla="*/ 406295 w 22996249"/>
              <a:gd name="connsiteY4" fmla="*/ 7053013 h 7053012"/>
              <a:gd name="connsiteX5" fmla="*/ 0 w 22996249"/>
              <a:gd name="connsiteY5" fmla="*/ 6646719 h 7053012"/>
              <a:gd name="connsiteX6" fmla="*/ 0 w 22996249"/>
              <a:gd name="connsiteY6" fmla="*/ 406294 h 7053012"/>
              <a:gd name="connsiteX7" fmla="*/ 406295 w 22996249"/>
              <a:gd name="connsiteY7" fmla="*/ 0 h 705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7053012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6646719"/>
                </a:lnTo>
                <a:cubicBezTo>
                  <a:pt x="22996250" y="6871108"/>
                  <a:pt x="22814346" y="7053013"/>
                  <a:pt x="22589956" y="7053013"/>
                </a:cubicBezTo>
                <a:lnTo>
                  <a:pt x="406295" y="7053013"/>
                </a:lnTo>
                <a:cubicBezTo>
                  <a:pt x="181904" y="7053013"/>
                  <a:pt x="0" y="6871108"/>
                  <a:pt x="0" y="6646719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2C82719-8F52-C277-5D3E-28422B8CA7F9}"/>
              </a:ext>
            </a:extLst>
          </p:cNvPr>
          <p:cNvSpPr/>
          <p:nvPr/>
        </p:nvSpPr>
        <p:spPr>
          <a:xfrm>
            <a:off x="346163" y="1874592"/>
            <a:ext cx="11501120" cy="2645356"/>
          </a:xfrm>
          <a:custGeom>
            <a:avLst/>
            <a:gdLst>
              <a:gd name="connsiteX0" fmla="*/ 22589956 w 22996249"/>
              <a:gd name="connsiteY0" fmla="*/ 0 h 5290711"/>
              <a:gd name="connsiteX1" fmla="*/ 22996250 w 22996249"/>
              <a:gd name="connsiteY1" fmla="*/ 406294 h 5290711"/>
              <a:gd name="connsiteX2" fmla="*/ 22996250 w 22996249"/>
              <a:gd name="connsiteY2" fmla="*/ 4884418 h 5290711"/>
              <a:gd name="connsiteX3" fmla="*/ 22589956 w 22996249"/>
              <a:gd name="connsiteY3" fmla="*/ 5290712 h 5290711"/>
              <a:gd name="connsiteX4" fmla="*/ 406295 w 22996249"/>
              <a:gd name="connsiteY4" fmla="*/ 5290712 h 5290711"/>
              <a:gd name="connsiteX5" fmla="*/ 0 w 22996249"/>
              <a:gd name="connsiteY5" fmla="*/ 4884418 h 5290711"/>
              <a:gd name="connsiteX6" fmla="*/ 0 w 22996249"/>
              <a:gd name="connsiteY6" fmla="*/ 406294 h 5290711"/>
              <a:gd name="connsiteX7" fmla="*/ 406295 w 22996249"/>
              <a:gd name="connsiteY7" fmla="*/ 0 h 529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529071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4884418"/>
                </a:lnTo>
                <a:cubicBezTo>
                  <a:pt x="22996250" y="5108808"/>
                  <a:pt x="22814346" y="5290712"/>
                  <a:pt x="22589956" y="5290712"/>
                </a:cubicBezTo>
                <a:lnTo>
                  <a:pt x="406295" y="5290712"/>
                </a:lnTo>
                <a:cubicBezTo>
                  <a:pt x="181904" y="5290712"/>
                  <a:pt x="0" y="5108808"/>
                  <a:pt x="0" y="4884418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CF2921-996D-823F-319F-DC142F7CC49F}"/>
              </a:ext>
            </a:extLst>
          </p:cNvPr>
          <p:cNvSpPr/>
          <p:nvPr/>
        </p:nvSpPr>
        <p:spPr>
          <a:xfrm>
            <a:off x="346163" y="1874595"/>
            <a:ext cx="11501120" cy="1763571"/>
          </a:xfrm>
          <a:custGeom>
            <a:avLst/>
            <a:gdLst>
              <a:gd name="connsiteX0" fmla="*/ 22589956 w 22996249"/>
              <a:gd name="connsiteY0" fmla="*/ 0 h 3527141"/>
              <a:gd name="connsiteX1" fmla="*/ 22996250 w 22996249"/>
              <a:gd name="connsiteY1" fmla="*/ 406294 h 3527141"/>
              <a:gd name="connsiteX2" fmla="*/ 22996250 w 22996249"/>
              <a:gd name="connsiteY2" fmla="*/ 3120847 h 3527141"/>
              <a:gd name="connsiteX3" fmla="*/ 22589956 w 22996249"/>
              <a:gd name="connsiteY3" fmla="*/ 3527141 h 3527141"/>
              <a:gd name="connsiteX4" fmla="*/ 406295 w 22996249"/>
              <a:gd name="connsiteY4" fmla="*/ 3527141 h 3527141"/>
              <a:gd name="connsiteX5" fmla="*/ 0 w 22996249"/>
              <a:gd name="connsiteY5" fmla="*/ 3120847 h 3527141"/>
              <a:gd name="connsiteX6" fmla="*/ 0 w 22996249"/>
              <a:gd name="connsiteY6" fmla="*/ 406294 h 3527141"/>
              <a:gd name="connsiteX7" fmla="*/ 406295 w 22996249"/>
              <a:gd name="connsiteY7" fmla="*/ 0 h 352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352714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3120847"/>
                </a:lnTo>
                <a:cubicBezTo>
                  <a:pt x="22996250" y="3345237"/>
                  <a:pt x="22814346" y="3527141"/>
                  <a:pt x="22589956" y="3527141"/>
                </a:cubicBezTo>
                <a:lnTo>
                  <a:pt x="406295" y="3527141"/>
                </a:lnTo>
                <a:cubicBezTo>
                  <a:pt x="181904" y="3527141"/>
                  <a:pt x="0" y="3345237"/>
                  <a:pt x="0" y="31208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53E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8B74B37-1135-7B02-7F6E-8F7B816C4DA2}"/>
              </a:ext>
            </a:extLst>
          </p:cNvPr>
          <p:cNvSpPr/>
          <p:nvPr/>
        </p:nvSpPr>
        <p:spPr>
          <a:xfrm>
            <a:off x="346163" y="1874595"/>
            <a:ext cx="11501120" cy="881785"/>
          </a:xfrm>
          <a:custGeom>
            <a:avLst/>
            <a:gdLst>
              <a:gd name="connsiteX0" fmla="*/ 22589956 w 22996249"/>
              <a:gd name="connsiteY0" fmla="*/ 0 h 1763570"/>
              <a:gd name="connsiteX1" fmla="*/ 22996250 w 22996249"/>
              <a:gd name="connsiteY1" fmla="*/ 406294 h 1763570"/>
              <a:gd name="connsiteX2" fmla="*/ 22996250 w 22996249"/>
              <a:gd name="connsiteY2" fmla="*/ 1357277 h 1763570"/>
              <a:gd name="connsiteX3" fmla="*/ 22589956 w 22996249"/>
              <a:gd name="connsiteY3" fmla="*/ 1763571 h 1763570"/>
              <a:gd name="connsiteX4" fmla="*/ 406295 w 22996249"/>
              <a:gd name="connsiteY4" fmla="*/ 1763571 h 1763570"/>
              <a:gd name="connsiteX5" fmla="*/ 0 w 22996249"/>
              <a:gd name="connsiteY5" fmla="*/ 1357277 h 1763570"/>
              <a:gd name="connsiteX6" fmla="*/ 0 w 22996249"/>
              <a:gd name="connsiteY6" fmla="*/ 406294 h 1763570"/>
              <a:gd name="connsiteX7" fmla="*/ 406295 w 22996249"/>
              <a:gd name="connsiteY7" fmla="*/ 0 h 17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1763570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1357277"/>
                </a:lnTo>
                <a:cubicBezTo>
                  <a:pt x="22996250" y="1581667"/>
                  <a:pt x="22814346" y="1763571"/>
                  <a:pt x="22589956" y="1763571"/>
                </a:cubicBezTo>
                <a:lnTo>
                  <a:pt x="406295" y="1763571"/>
                </a:lnTo>
                <a:cubicBezTo>
                  <a:pt x="181904" y="1763571"/>
                  <a:pt x="0" y="1581667"/>
                  <a:pt x="0" y="135727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891" y="1873999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88891" y="2756082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88891" y="3638162"/>
            <a:ext cx="1524622" cy="881785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88891" y="4541084"/>
            <a:ext cx="1524622" cy="860017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588891" y="5401101"/>
            <a:ext cx="1524622" cy="881151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A3CD952-8412-21C1-1684-ACB312EB0C2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286595" y="1873999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CB2AF5D-3767-56F1-848E-6AEAA3FB182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286595" y="2756082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D492B2C-FCAD-AB61-1C18-8654E59D0D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86595" y="3638162"/>
            <a:ext cx="7613252" cy="881785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81186DC-1FB8-4595-221E-D070CBAA2F4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86595" y="4541084"/>
            <a:ext cx="7613252" cy="860017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24224B-E6DF-CE12-7521-1C06B7A2F8E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286595" y="5401101"/>
            <a:ext cx="7613252" cy="881151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0276D9C4-C583-DA8F-8EC4-5FAC1C85F5D1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98B2A91-D2FB-3CB2-01A6-2889BCBFDA9F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DE6E6AC-3AE2-B676-FC33-048A6385D95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71342" y="1873999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E4680E-4CEA-2790-CC75-E47FD44802F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0071342" y="2756082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F61455-C894-30EF-9026-57957BD5FD2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071342" y="3638162"/>
            <a:ext cx="1584276" cy="881785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55067EC-DA27-F524-3896-A87A10D2B8E4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071342" y="4541084"/>
            <a:ext cx="1584276" cy="860017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CF80B2E-26EC-32E3-72EB-12969083E099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071342" y="5401101"/>
            <a:ext cx="1584276" cy="881151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322889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E95C143-E358-353C-E936-4ECDC1E5DECB}"/>
              </a:ext>
            </a:extLst>
          </p:cNvPr>
          <p:cNvSpPr/>
          <p:nvPr/>
        </p:nvSpPr>
        <p:spPr>
          <a:xfrm>
            <a:off x="4050450" y="1877867"/>
            <a:ext cx="4139373" cy="4409440"/>
          </a:xfrm>
          <a:custGeom>
            <a:avLst/>
            <a:gdLst>
              <a:gd name="connsiteX0" fmla="*/ 7870191 w 8276590"/>
              <a:gd name="connsiteY0" fmla="*/ 0 h 8818880"/>
              <a:gd name="connsiteX1" fmla="*/ 8276591 w 8276590"/>
              <a:gd name="connsiteY1" fmla="*/ 406400 h 8818880"/>
              <a:gd name="connsiteX2" fmla="*/ 8276591 w 8276590"/>
              <a:gd name="connsiteY2" fmla="*/ 8412480 h 8818880"/>
              <a:gd name="connsiteX3" fmla="*/ 7870191 w 8276590"/>
              <a:gd name="connsiteY3" fmla="*/ 8818880 h 8818880"/>
              <a:gd name="connsiteX4" fmla="*/ 406400 w 8276590"/>
              <a:gd name="connsiteY4" fmla="*/ 8818880 h 8818880"/>
              <a:gd name="connsiteX5" fmla="*/ 0 w 8276590"/>
              <a:gd name="connsiteY5" fmla="*/ 8412480 h 8818880"/>
              <a:gd name="connsiteX6" fmla="*/ 0 w 8276590"/>
              <a:gd name="connsiteY6" fmla="*/ 406400 h 8818880"/>
              <a:gd name="connsiteX7" fmla="*/ 406400 w 8276590"/>
              <a:gd name="connsiteY7" fmla="*/ 0 h 881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6590" h="8818880">
                <a:moveTo>
                  <a:pt x="7870191" y="0"/>
                </a:moveTo>
                <a:cubicBezTo>
                  <a:pt x="8094639" y="0"/>
                  <a:pt x="8276591" y="181951"/>
                  <a:pt x="8276591" y="406400"/>
                </a:cubicBezTo>
                <a:lnTo>
                  <a:pt x="8276591" y="8412480"/>
                </a:lnTo>
                <a:cubicBezTo>
                  <a:pt x="8276591" y="8636928"/>
                  <a:pt x="8094639" y="8818880"/>
                  <a:pt x="7870191" y="8818880"/>
                </a:cubicBezTo>
                <a:lnTo>
                  <a:pt x="406400" y="8818880"/>
                </a:lnTo>
                <a:cubicBezTo>
                  <a:pt x="181952" y="8818880"/>
                  <a:pt x="0" y="8636928"/>
                  <a:pt x="0" y="8412480"/>
                </a:cubicBezTo>
                <a:lnTo>
                  <a:pt x="0" y="406400"/>
                </a:lnTo>
                <a:cubicBezTo>
                  <a:pt x="0" y="181951"/>
                  <a:pt x="181952" y="0"/>
                  <a:pt x="4064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8AE1D5-2788-9675-A2FB-2CA21215A4A4}"/>
              </a:ext>
            </a:extLst>
          </p:cNvPr>
          <p:cNvSpPr/>
          <p:nvPr/>
        </p:nvSpPr>
        <p:spPr>
          <a:xfrm>
            <a:off x="3072295" y="1877870"/>
            <a:ext cx="6096318" cy="3527425"/>
          </a:xfrm>
          <a:custGeom>
            <a:avLst/>
            <a:gdLst>
              <a:gd name="connsiteX0" fmla="*/ 11783060 w 12189460"/>
              <a:gd name="connsiteY0" fmla="*/ 0 h 7054850"/>
              <a:gd name="connsiteX1" fmla="*/ 12189460 w 12189460"/>
              <a:gd name="connsiteY1" fmla="*/ 406400 h 7054850"/>
              <a:gd name="connsiteX2" fmla="*/ 12189460 w 12189460"/>
              <a:gd name="connsiteY2" fmla="*/ 6648450 h 7054850"/>
              <a:gd name="connsiteX3" fmla="*/ 11783060 w 12189460"/>
              <a:gd name="connsiteY3" fmla="*/ 7054850 h 7054850"/>
              <a:gd name="connsiteX4" fmla="*/ 406400 w 12189460"/>
              <a:gd name="connsiteY4" fmla="*/ 7054850 h 7054850"/>
              <a:gd name="connsiteX5" fmla="*/ 0 w 12189460"/>
              <a:gd name="connsiteY5" fmla="*/ 6648450 h 7054850"/>
              <a:gd name="connsiteX6" fmla="*/ 0 w 12189460"/>
              <a:gd name="connsiteY6" fmla="*/ 406400 h 7054850"/>
              <a:gd name="connsiteX7" fmla="*/ 406400 w 12189460"/>
              <a:gd name="connsiteY7" fmla="*/ 0 h 705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9460" h="7054850">
                <a:moveTo>
                  <a:pt x="11783060" y="0"/>
                </a:moveTo>
                <a:cubicBezTo>
                  <a:pt x="12007508" y="0"/>
                  <a:pt x="12189460" y="181951"/>
                  <a:pt x="12189460" y="406400"/>
                </a:cubicBezTo>
                <a:lnTo>
                  <a:pt x="12189460" y="6648450"/>
                </a:lnTo>
                <a:cubicBezTo>
                  <a:pt x="12189460" y="6872898"/>
                  <a:pt x="12007508" y="7054850"/>
                  <a:pt x="11783060" y="7054850"/>
                </a:cubicBezTo>
                <a:lnTo>
                  <a:pt x="406400" y="7054850"/>
                </a:lnTo>
                <a:cubicBezTo>
                  <a:pt x="181951" y="7054850"/>
                  <a:pt x="0" y="6872898"/>
                  <a:pt x="0" y="664845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CCD4085-4424-AD8F-2065-2F78D41B6DE1}"/>
              </a:ext>
            </a:extLst>
          </p:cNvPr>
          <p:cNvSpPr/>
          <p:nvPr/>
        </p:nvSpPr>
        <p:spPr>
          <a:xfrm>
            <a:off x="2094140" y="1877870"/>
            <a:ext cx="8052627" cy="2646045"/>
          </a:xfrm>
          <a:custGeom>
            <a:avLst/>
            <a:gdLst>
              <a:gd name="connsiteX0" fmla="*/ 15694660 w 16101060"/>
              <a:gd name="connsiteY0" fmla="*/ 0 h 5292089"/>
              <a:gd name="connsiteX1" fmla="*/ 16101060 w 16101060"/>
              <a:gd name="connsiteY1" fmla="*/ 406400 h 5292089"/>
              <a:gd name="connsiteX2" fmla="*/ 16101060 w 16101060"/>
              <a:gd name="connsiteY2" fmla="*/ 4885690 h 5292089"/>
              <a:gd name="connsiteX3" fmla="*/ 15694660 w 16101060"/>
              <a:gd name="connsiteY3" fmla="*/ 5292090 h 5292089"/>
              <a:gd name="connsiteX4" fmla="*/ 406400 w 16101060"/>
              <a:gd name="connsiteY4" fmla="*/ 5292090 h 5292089"/>
              <a:gd name="connsiteX5" fmla="*/ 0 w 16101060"/>
              <a:gd name="connsiteY5" fmla="*/ 4885690 h 5292089"/>
              <a:gd name="connsiteX6" fmla="*/ 0 w 16101060"/>
              <a:gd name="connsiteY6" fmla="*/ 406400 h 5292089"/>
              <a:gd name="connsiteX7" fmla="*/ 406400 w 16101060"/>
              <a:gd name="connsiteY7" fmla="*/ 0 h 529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01060" h="5292089">
                <a:moveTo>
                  <a:pt x="15694660" y="0"/>
                </a:moveTo>
                <a:cubicBezTo>
                  <a:pt x="15919108" y="0"/>
                  <a:pt x="16101060" y="181951"/>
                  <a:pt x="16101060" y="406400"/>
                </a:cubicBezTo>
                <a:lnTo>
                  <a:pt x="16101060" y="4885690"/>
                </a:lnTo>
                <a:cubicBezTo>
                  <a:pt x="16101060" y="5110138"/>
                  <a:pt x="15919108" y="5292090"/>
                  <a:pt x="15694660" y="5292090"/>
                </a:cubicBezTo>
                <a:lnTo>
                  <a:pt x="406400" y="5292090"/>
                </a:lnTo>
                <a:cubicBezTo>
                  <a:pt x="181951" y="5292090"/>
                  <a:pt x="0" y="5110138"/>
                  <a:pt x="0" y="488569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43516D-0AF0-DCEE-F4DB-46DE9731D21E}"/>
              </a:ext>
            </a:extLst>
          </p:cNvPr>
          <p:cNvSpPr/>
          <p:nvPr/>
        </p:nvSpPr>
        <p:spPr>
          <a:xfrm>
            <a:off x="1115985" y="1877867"/>
            <a:ext cx="10008936" cy="1764030"/>
          </a:xfrm>
          <a:custGeom>
            <a:avLst/>
            <a:gdLst>
              <a:gd name="connsiteX0" fmla="*/ 19606260 w 20012660"/>
              <a:gd name="connsiteY0" fmla="*/ 0 h 3528060"/>
              <a:gd name="connsiteX1" fmla="*/ 20012660 w 20012660"/>
              <a:gd name="connsiteY1" fmla="*/ 406400 h 3528060"/>
              <a:gd name="connsiteX2" fmla="*/ 20012660 w 20012660"/>
              <a:gd name="connsiteY2" fmla="*/ 3121660 h 3528060"/>
              <a:gd name="connsiteX3" fmla="*/ 19606260 w 20012660"/>
              <a:gd name="connsiteY3" fmla="*/ 3528060 h 3528060"/>
              <a:gd name="connsiteX4" fmla="*/ 406400 w 20012660"/>
              <a:gd name="connsiteY4" fmla="*/ 3528060 h 3528060"/>
              <a:gd name="connsiteX5" fmla="*/ 0 w 20012660"/>
              <a:gd name="connsiteY5" fmla="*/ 3121660 h 3528060"/>
              <a:gd name="connsiteX6" fmla="*/ 0 w 20012660"/>
              <a:gd name="connsiteY6" fmla="*/ 406400 h 3528060"/>
              <a:gd name="connsiteX7" fmla="*/ 406400 w 20012660"/>
              <a:gd name="connsiteY7" fmla="*/ 0 h 352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12660" h="3528060">
                <a:moveTo>
                  <a:pt x="19606260" y="0"/>
                </a:moveTo>
                <a:cubicBezTo>
                  <a:pt x="19830708" y="0"/>
                  <a:pt x="20012660" y="181951"/>
                  <a:pt x="20012660" y="406400"/>
                </a:cubicBezTo>
                <a:lnTo>
                  <a:pt x="20012660" y="3121660"/>
                </a:lnTo>
                <a:cubicBezTo>
                  <a:pt x="20012660" y="3346109"/>
                  <a:pt x="19830708" y="3528060"/>
                  <a:pt x="19606260" y="3528060"/>
                </a:cubicBezTo>
                <a:lnTo>
                  <a:pt x="406400" y="3528060"/>
                </a:lnTo>
                <a:cubicBezTo>
                  <a:pt x="181951" y="3528060"/>
                  <a:pt x="0" y="3346109"/>
                  <a:pt x="0" y="312166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8A71EA6-17F7-BDE8-AC58-04E234979D75}"/>
              </a:ext>
            </a:extLst>
          </p:cNvPr>
          <p:cNvSpPr/>
          <p:nvPr/>
        </p:nvSpPr>
        <p:spPr>
          <a:xfrm>
            <a:off x="368396" y="1877870"/>
            <a:ext cx="11504116" cy="882015"/>
          </a:xfrm>
          <a:custGeom>
            <a:avLst/>
            <a:gdLst>
              <a:gd name="connsiteX0" fmla="*/ 22595840 w 23002240"/>
              <a:gd name="connsiteY0" fmla="*/ 0 h 1764029"/>
              <a:gd name="connsiteX1" fmla="*/ 23002240 w 23002240"/>
              <a:gd name="connsiteY1" fmla="*/ 406400 h 1764029"/>
              <a:gd name="connsiteX2" fmla="*/ 23002240 w 23002240"/>
              <a:gd name="connsiteY2" fmla="*/ 1357630 h 1764029"/>
              <a:gd name="connsiteX3" fmla="*/ 22595840 w 23002240"/>
              <a:gd name="connsiteY3" fmla="*/ 1764030 h 1764029"/>
              <a:gd name="connsiteX4" fmla="*/ 406399 w 23002240"/>
              <a:gd name="connsiteY4" fmla="*/ 1764030 h 1764029"/>
              <a:gd name="connsiteX5" fmla="*/ -1 w 23002240"/>
              <a:gd name="connsiteY5" fmla="*/ 1357630 h 1764029"/>
              <a:gd name="connsiteX6" fmla="*/ -1 w 23002240"/>
              <a:gd name="connsiteY6" fmla="*/ 406400 h 1764029"/>
              <a:gd name="connsiteX7" fmla="*/ 406399 w 23002240"/>
              <a:gd name="connsiteY7" fmla="*/ 0 h 176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002240" h="1764029">
                <a:moveTo>
                  <a:pt x="22595840" y="0"/>
                </a:moveTo>
                <a:cubicBezTo>
                  <a:pt x="22820288" y="0"/>
                  <a:pt x="23002240" y="181951"/>
                  <a:pt x="23002240" y="406400"/>
                </a:cubicBezTo>
                <a:lnTo>
                  <a:pt x="23002240" y="1357630"/>
                </a:lnTo>
                <a:cubicBezTo>
                  <a:pt x="23002240" y="1582079"/>
                  <a:pt x="22820288" y="1764030"/>
                  <a:pt x="22595840" y="1764030"/>
                </a:cubicBezTo>
                <a:lnTo>
                  <a:pt x="406399" y="1764030"/>
                </a:lnTo>
                <a:cubicBezTo>
                  <a:pt x="181951" y="1764030"/>
                  <a:pt x="-1" y="1582079"/>
                  <a:pt x="-1" y="1357630"/>
                </a:cubicBezTo>
                <a:lnTo>
                  <a:pt x="-1" y="406400"/>
                </a:lnTo>
                <a:cubicBezTo>
                  <a:pt x="-1" y="181951"/>
                  <a:pt x="181951" y="0"/>
                  <a:pt x="40639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97216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8764" y="1869706"/>
            <a:ext cx="373080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09280" y="1869706"/>
            <a:ext cx="2742326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49779" y="1869706"/>
            <a:ext cx="1772110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243725" y="1869706"/>
            <a:ext cx="142486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854592" y="1869706"/>
            <a:ext cx="115421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CD1FD9-73C6-12A6-5A82-D9E009846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98698-FAD9-0E27-86A0-8DC6F7421949}"/>
              </a:ext>
            </a:extLst>
          </p:cNvPr>
          <p:cNvCxnSpPr/>
          <p:nvPr userDrawn="1"/>
        </p:nvCxnSpPr>
        <p:spPr>
          <a:xfrm>
            <a:off x="416012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9EB9D6-FB84-ABF9-B27B-E6E70FCC2150}"/>
              </a:ext>
            </a:extLst>
          </p:cNvPr>
          <p:cNvCxnSpPr/>
          <p:nvPr userDrawn="1"/>
        </p:nvCxnSpPr>
        <p:spPr>
          <a:xfrm>
            <a:off x="7119425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C99397-39D8-01B7-3EE1-789565FC9E0B}"/>
              </a:ext>
            </a:extLst>
          </p:cNvPr>
          <p:cNvCxnSpPr/>
          <p:nvPr userDrawn="1"/>
        </p:nvCxnSpPr>
        <p:spPr>
          <a:xfrm>
            <a:off x="909745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B9EDF7-95B3-346E-6EFF-C5EBD51D4E43}"/>
              </a:ext>
            </a:extLst>
          </p:cNvPr>
          <p:cNvCxnSpPr/>
          <p:nvPr userDrawn="1"/>
        </p:nvCxnSpPr>
        <p:spPr>
          <a:xfrm>
            <a:off x="1071331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B9442-0798-863B-E03C-E1880011C6DD}"/>
              </a:ext>
            </a:extLst>
          </p:cNvPr>
          <p:cNvCxnSpPr/>
          <p:nvPr userDrawn="1"/>
        </p:nvCxnSpPr>
        <p:spPr>
          <a:xfrm>
            <a:off x="34815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5106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C31832-9745-9A6F-ACB4-C7E7C2E5F00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232401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77FED0-64CE-D16F-94CD-53956EC1A53E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3573173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B39D6-9DD8-4DA5-6B85-CD0E6DF67F3D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6291594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1782AF-736A-48F1-4BF5-600C31DF75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495567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76774" y="2006349"/>
            <a:ext cx="1646349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76774" y="2474152"/>
            <a:ext cx="1646349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41679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41679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306858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06858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3276774" y="3724246"/>
            <a:ext cx="1646349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041679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7306858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6774" y="5110576"/>
            <a:ext cx="1646349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5041679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7306858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001268A-CDA0-8D1F-EFC2-99640831F3F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716756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8B935949-AFCC-1237-6639-0E3DC518FEFC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716756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9CB5883E-EE56-EE22-CC89-D30D16FC3B0F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9716756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5593B2A-A1F7-209F-0AD9-61F778B03472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9716756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F78BE6-CB33-7C17-E74C-52372A861E2B}"/>
              </a:ext>
            </a:extLst>
          </p:cNvPr>
          <p:cNvGrpSpPr/>
          <p:nvPr userDrawn="1"/>
        </p:nvGrpSpPr>
        <p:grpSpPr>
          <a:xfrm>
            <a:off x="328701" y="2319669"/>
            <a:ext cx="2374039" cy="3975100"/>
            <a:chOff x="9813708" y="2877820"/>
            <a:chExt cx="4746841" cy="79501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1A203C2-2D24-13CA-6D05-02DDB6901444}"/>
                </a:ext>
              </a:extLst>
            </p:cNvPr>
            <p:cNvSpPr/>
            <p:nvPr/>
          </p:nvSpPr>
          <p:spPr>
            <a:xfrm>
              <a:off x="9813708" y="2877820"/>
              <a:ext cx="4746841" cy="2508250"/>
            </a:xfrm>
            <a:custGeom>
              <a:avLst/>
              <a:gdLst>
                <a:gd name="connsiteX0" fmla="*/ 4746841 w 4746841"/>
                <a:gd name="connsiteY0" fmla="*/ 309880 h 2508250"/>
                <a:gd name="connsiteX1" fmla="*/ 4475061 w 4746841"/>
                <a:gd name="connsiteY1" fmla="*/ 2508250 h 2508250"/>
                <a:gd name="connsiteX2" fmla="*/ 273901 w 4746841"/>
                <a:gd name="connsiteY2" fmla="*/ 2508250 h 2508250"/>
                <a:gd name="connsiteX3" fmla="*/ 2121 w 4746841"/>
                <a:gd name="connsiteY3" fmla="*/ 309880 h 2508250"/>
                <a:gd name="connsiteX4" fmla="*/ 275171 w 4746841"/>
                <a:gd name="connsiteY4" fmla="*/ 0 h 2508250"/>
                <a:gd name="connsiteX5" fmla="*/ 4471252 w 4746841"/>
                <a:gd name="connsiteY5" fmla="*/ 0 h 2508250"/>
                <a:gd name="connsiteX6" fmla="*/ 4744302 w 4746841"/>
                <a:gd name="connsiteY6" fmla="*/ 30988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6841" h="2508250">
                  <a:moveTo>
                    <a:pt x="4746841" y="309880"/>
                  </a:moveTo>
                  <a:lnTo>
                    <a:pt x="4475061" y="2508250"/>
                  </a:lnTo>
                  <a:lnTo>
                    <a:pt x="273901" y="2508250"/>
                  </a:lnTo>
                  <a:lnTo>
                    <a:pt x="2121" y="309880"/>
                  </a:lnTo>
                  <a:cubicBezTo>
                    <a:pt x="-18199" y="146050"/>
                    <a:pt x="110071" y="0"/>
                    <a:pt x="275171" y="0"/>
                  </a:cubicBezTo>
                  <a:lnTo>
                    <a:pt x="4471252" y="0"/>
                  </a:lnTo>
                  <a:cubicBezTo>
                    <a:pt x="4636352" y="0"/>
                    <a:pt x="4764622" y="144780"/>
                    <a:pt x="4744302" y="309880"/>
                  </a:cubicBezTo>
                </a:path>
              </a:pathLst>
            </a:custGeom>
            <a:solidFill>
              <a:srgbClr val="4DBDF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Upper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931C23-9C32-9CD9-8805-11C8FB5F629E}"/>
                </a:ext>
              </a:extLst>
            </p:cNvPr>
            <p:cNvSpPr/>
            <p:nvPr/>
          </p:nvSpPr>
          <p:spPr>
            <a:xfrm>
              <a:off x="10431780" y="8143240"/>
              <a:ext cx="3519169" cy="2684779"/>
            </a:xfrm>
            <a:custGeom>
              <a:avLst/>
              <a:gdLst>
                <a:gd name="connsiteX0" fmla="*/ 3517900 w 3519169"/>
                <a:gd name="connsiteY0" fmla="*/ 0 h 2684779"/>
                <a:gd name="connsiteX1" fmla="*/ 3216909 w 3519169"/>
                <a:gd name="connsiteY1" fmla="*/ 2443480 h 2684779"/>
                <a:gd name="connsiteX2" fmla="*/ 2943859 w 3519169"/>
                <a:gd name="connsiteY2" fmla="*/ 2684780 h 2684779"/>
                <a:gd name="connsiteX3" fmla="*/ 574039 w 3519169"/>
                <a:gd name="connsiteY3" fmla="*/ 2684780 h 2684779"/>
                <a:gd name="connsiteX4" fmla="*/ 300989 w 3519169"/>
                <a:gd name="connsiteY4" fmla="*/ 2443480 h 2684779"/>
                <a:gd name="connsiteX5" fmla="*/ 0 w 3519169"/>
                <a:gd name="connsiteY5" fmla="*/ 0 h 2684779"/>
                <a:gd name="connsiteX6" fmla="*/ 3519170 w 3519169"/>
                <a:gd name="connsiteY6" fmla="*/ 0 h 268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9169" h="2684779">
                  <a:moveTo>
                    <a:pt x="3517900" y="0"/>
                  </a:moveTo>
                  <a:lnTo>
                    <a:pt x="3216909" y="2443480"/>
                  </a:lnTo>
                  <a:cubicBezTo>
                    <a:pt x="3200400" y="2581910"/>
                    <a:pt x="3082290" y="2684780"/>
                    <a:pt x="2943859" y="2684780"/>
                  </a:cubicBezTo>
                  <a:lnTo>
                    <a:pt x="574039" y="2684780"/>
                  </a:lnTo>
                  <a:cubicBezTo>
                    <a:pt x="434339" y="2684780"/>
                    <a:pt x="317500" y="2580640"/>
                    <a:pt x="300989" y="2443480"/>
                  </a:cubicBezTo>
                  <a:lnTo>
                    <a:pt x="0" y="0"/>
                  </a:lnTo>
                  <a:lnTo>
                    <a:pt x="3519170" y="0"/>
                  </a:lnTo>
                  <a:close/>
                </a:path>
              </a:pathLst>
            </a:custGeom>
            <a:solidFill>
              <a:schemeClr val="accent1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Low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7C87F-A486-0C9E-5ACB-50527026F187}"/>
                </a:ext>
              </a:extLst>
            </p:cNvPr>
            <p:cNvSpPr/>
            <p:nvPr/>
          </p:nvSpPr>
          <p:spPr>
            <a:xfrm>
              <a:off x="10088880" y="5384800"/>
              <a:ext cx="4201159" cy="2758440"/>
            </a:xfrm>
            <a:custGeom>
              <a:avLst/>
              <a:gdLst>
                <a:gd name="connsiteX0" fmla="*/ 4201159 w 4201159"/>
                <a:gd name="connsiteY0" fmla="*/ 0 h 2758440"/>
                <a:gd name="connsiteX1" fmla="*/ 3860800 w 4201159"/>
                <a:gd name="connsiteY1" fmla="*/ 2758440 h 2758440"/>
                <a:gd name="connsiteX2" fmla="*/ 340360 w 4201159"/>
                <a:gd name="connsiteY2" fmla="*/ 2758440 h 2758440"/>
                <a:gd name="connsiteX3" fmla="*/ 0 w 4201159"/>
                <a:gd name="connsiteY3" fmla="*/ 0 h 2758440"/>
                <a:gd name="connsiteX4" fmla="*/ 4201159 w 4201159"/>
                <a:gd name="connsiteY4" fmla="*/ 0 h 275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1159" h="2758440">
                  <a:moveTo>
                    <a:pt x="4201159" y="0"/>
                  </a:moveTo>
                  <a:lnTo>
                    <a:pt x="3860800" y="2758440"/>
                  </a:lnTo>
                  <a:lnTo>
                    <a:pt x="340360" y="2758440"/>
                  </a:lnTo>
                  <a:lnTo>
                    <a:pt x="0" y="0"/>
                  </a:lnTo>
                  <a:lnTo>
                    <a:pt x="4201159" y="0"/>
                  </a:lnTo>
                  <a:close/>
                </a:path>
              </a:pathLst>
            </a:custGeom>
            <a:solidFill>
              <a:schemeClr val="accent2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Mid</a:t>
              </a:r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0508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81604E6A-3EDF-F565-EBB7-E7CCCF2C6F2F}"/>
              </a:ext>
            </a:extLst>
          </p:cNvPr>
          <p:cNvSpPr/>
          <p:nvPr/>
        </p:nvSpPr>
        <p:spPr>
          <a:xfrm>
            <a:off x="8645236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DDF1FC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46C391F-9A47-BF96-75BB-1A213D904E17}"/>
              </a:ext>
            </a:extLst>
          </p:cNvPr>
          <p:cNvSpPr/>
          <p:nvPr/>
        </p:nvSpPr>
        <p:spPr>
          <a:xfrm>
            <a:off x="6372614" y="2242188"/>
            <a:ext cx="3282852" cy="2247265"/>
          </a:xfrm>
          <a:custGeom>
            <a:avLst/>
            <a:gdLst>
              <a:gd name="connsiteX0" fmla="*/ 5429251 w 6563995"/>
              <a:gd name="connsiteY0" fmla="*/ 0 h 4494529"/>
              <a:gd name="connsiteX1" fmla="*/ 407670 w 6563995"/>
              <a:gd name="connsiteY1" fmla="*/ 0 h 4494529"/>
              <a:gd name="connsiteX2" fmla="*/ 0 w 6563995"/>
              <a:gd name="connsiteY2" fmla="*/ 407670 h 4494529"/>
              <a:gd name="connsiteX3" fmla="*/ 0 w 6563995"/>
              <a:gd name="connsiteY3" fmla="*/ 4086860 h 4494529"/>
              <a:gd name="connsiteX4" fmla="*/ 407670 w 6563995"/>
              <a:gd name="connsiteY4" fmla="*/ 4494530 h 4494529"/>
              <a:gd name="connsiteX5" fmla="*/ 5429251 w 6563995"/>
              <a:gd name="connsiteY5" fmla="*/ 4494530 h 4494529"/>
              <a:gd name="connsiteX6" fmla="*/ 5826760 w 6563995"/>
              <a:gd name="connsiteY6" fmla="*/ 4222750 h 4494529"/>
              <a:gd name="connsiteX7" fmla="*/ 6535421 w 6563995"/>
              <a:gd name="connsiteY7" fmla="*/ 2400300 h 4494529"/>
              <a:gd name="connsiteX8" fmla="*/ 6535421 w 6563995"/>
              <a:gd name="connsiteY8" fmla="*/ 2095500 h 4494529"/>
              <a:gd name="connsiteX9" fmla="*/ 5826760 w 6563995"/>
              <a:gd name="connsiteY9" fmla="*/ 273050 h 4494529"/>
              <a:gd name="connsiteX10" fmla="*/ 5429251 w 656399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5" h="4494529">
                <a:moveTo>
                  <a:pt x="5429251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1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1" y="2400300"/>
                </a:lnTo>
                <a:cubicBezTo>
                  <a:pt x="6573521" y="2302510"/>
                  <a:pt x="6573521" y="2193290"/>
                  <a:pt x="6535421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1" y="1270"/>
                </a:cubicBezTo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EC832FE-1751-FC4E-BF94-FA376614E71C}"/>
              </a:ext>
            </a:extLst>
          </p:cNvPr>
          <p:cNvSpPr/>
          <p:nvPr/>
        </p:nvSpPr>
        <p:spPr>
          <a:xfrm>
            <a:off x="4099993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A391EC-B5AC-0DBD-6554-E2F95433B38F}"/>
              </a:ext>
            </a:extLst>
          </p:cNvPr>
          <p:cNvSpPr/>
          <p:nvPr/>
        </p:nvSpPr>
        <p:spPr>
          <a:xfrm>
            <a:off x="1827371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0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0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0" y="1270"/>
                </a:cubicBezTo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ADAA8BF-B570-81B6-E905-938A81C300FE}"/>
              </a:ext>
            </a:extLst>
          </p:cNvPr>
          <p:cNvSpPr/>
          <p:nvPr/>
        </p:nvSpPr>
        <p:spPr>
          <a:xfrm>
            <a:off x="336641" y="2242188"/>
            <a:ext cx="2545425" cy="2247265"/>
          </a:xfrm>
          <a:custGeom>
            <a:avLst/>
            <a:gdLst>
              <a:gd name="connsiteX0" fmla="*/ 3954780 w 5089525"/>
              <a:gd name="connsiteY0" fmla="*/ 0 h 4494529"/>
              <a:gd name="connsiteX1" fmla="*/ 407670 w 5089525"/>
              <a:gd name="connsiteY1" fmla="*/ 0 h 4494529"/>
              <a:gd name="connsiteX2" fmla="*/ 0 w 5089525"/>
              <a:gd name="connsiteY2" fmla="*/ 407670 h 4494529"/>
              <a:gd name="connsiteX3" fmla="*/ 0 w 5089525"/>
              <a:gd name="connsiteY3" fmla="*/ 4086860 h 4494529"/>
              <a:gd name="connsiteX4" fmla="*/ 407670 w 5089525"/>
              <a:gd name="connsiteY4" fmla="*/ 4494530 h 4494529"/>
              <a:gd name="connsiteX5" fmla="*/ 3954780 w 5089525"/>
              <a:gd name="connsiteY5" fmla="*/ 4494530 h 4494529"/>
              <a:gd name="connsiteX6" fmla="*/ 4352290 w 5089525"/>
              <a:gd name="connsiteY6" fmla="*/ 4222750 h 4494529"/>
              <a:gd name="connsiteX7" fmla="*/ 5060950 w 5089525"/>
              <a:gd name="connsiteY7" fmla="*/ 2400300 h 4494529"/>
              <a:gd name="connsiteX8" fmla="*/ 5060950 w 5089525"/>
              <a:gd name="connsiteY8" fmla="*/ 2095500 h 4494529"/>
              <a:gd name="connsiteX9" fmla="*/ 4352290 w 5089525"/>
              <a:gd name="connsiteY9" fmla="*/ 273050 h 4494529"/>
              <a:gd name="connsiteX10" fmla="*/ 3954780 w 508952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89525" h="4494529">
                <a:moveTo>
                  <a:pt x="395478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3954780" y="4494530"/>
                </a:lnTo>
                <a:cubicBezTo>
                  <a:pt x="4130040" y="4494530"/>
                  <a:pt x="4288790" y="4386580"/>
                  <a:pt x="4352290" y="4222750"/>
                </a:cubicBezTo>
                <a:lnTo>
                  <a:pt x="5060950" y="2400300"/>
                </a:lnTo>
                <a:cubicBezTo>
                  <a:pt x="5099050" y="2302510"/>
                  <a:pt x="5099050" y="2193290"/>
                  <a:pt x="5060950" y="2095500"/>
                </a:cubicBezTo>
                <a:lnTo>
                  <a:pt x="4352290" y="273050"/>
                </a:lnTo>
                <a:cubicBezTo>
                  <a:pt x="4288790" y="109220"/>
                  <a:pt x="4131310" y="1270"/>
                  <a:pt x="3954780" y="1270"/>
                </a:cubicBezTo>
              </a:path>
            </a:pathLst>
          </a:custGeom>
          <a:solidFill>
            <a:srgbClr val="001E6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9949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55031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090107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090107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5661" y="2622042"/>
            <a:ext cx="1840741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5658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0784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590780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8278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898274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72146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m 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extLst>
              <a:ext uri="{FF2B5EF4-FFF2-40B4-BE49-F238E27FC236}">
                <a16:creationId xmlns:a16="http://schemas.microsoft.com/office/drawing/2014/main" id="{5CB74FF3-9002-4333-D4BE-C66B2A6825E0}"/>
              </a:ext>
            </a:extLst>
          </p:cNvPr>
          <p:cNvSpPr/>
          <p:nvPr/>
        </p:nvSpPr>
        <p:spPr>
          <a:xfrm>
            <a:off x="4236087" y="2897556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7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7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970FF-FE6E-1BE4-2049-D80C116D1CA4}"/>
              </a:ext>
            </a:extLst>
          </p:cNvPr>
          <p:cNvSpPr/>
          <p:nvPr/>
        </p:nvSpPr>
        <p:spPr>
          <a:xfrm>
            <a:off x="4236087" y="2196699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4744CE2-9338-D5AA-9EF9-54EB71B06CAE}"/>
              </a:ext>
            </a:extLst>
          </p:cNvPr>
          <p:cNvSpPr/>
          <p:nvPr/>
        </p:nvSpPr>
        <p:spPr>
          <a:xfrm>
            <a:off x="4236087" y="359841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1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4"/>
                </a:cubicBezTo>
                <a:lnTo>
                  <a:pt x="0" y="253934"/>
                </a:lnTo>
                <a:cubicBezTo>
                  <a:pt x="0" y="113691"/>
                  <a:pt x="113690" y="1"/>
                  <a:pt x="253934" y="1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E796187-79D1-5543-B553-4D7307EBE423}"/>
              </a:ext>
            </a:extLst>
          </p:cNvPr>
          <p:cNvSpPr/>
          <p:nvPr/>
        </p:nvSpPr>
        <p:spPr>
          <a:xfrm>
            <a:off x="4236087" y="429927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89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89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C38AA1E-3197-C3B9-7EE4-BDE2B81FFB8D}"/>
              </a:ext>
            </a:extLst>
          </p:cNvPr>
          <p:cNvSpPr/>
          <p:nvPr/>
        </p:nvSpPr>
        <p:spPr>
          <a:xfrm>
            <a:off x="4236087" y="499949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5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5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5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5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86581D1-4A47-8E7E-A502-B4D8242B833B}"/>
              </a:ext>
            </a:extLst>
          </p:cNvPr>
          <p:cNvSpPr/>
          <p:nvPr/>
        </p:nvSpPr>
        <p:spPr>
          <a:xfrm>
            <a:off x="4236087" y="570035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70BACE7-DD06-0F3C-21D0-AE43F3C43028}"/>
              </a:ext>
            </a:extLst>
          </p:cNvPr>
          <p:cNvSpPr/>
          <p:nvPr/>
        </p:nvSpPr>
        <p:spPr>
          <a:xfrm>
            <a:off x="344172" y="2196698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4 h 1198567"/>
              <a:gd name="connsiteX8" fmla="*/ 253934 w 7437404"/>
              <a:gd name="connsiteY8" fmla="*/ 1198568 h 1198567"/>
              <a:gd name="connsiteX9" fmla="*/ 1724211 w 7437404"/>
              <a:gd name="connsiteY9" fmla="*/ 1198568 h 1198567"/>
              <a:gd name="connsiteX10" fmla="*/ 1724211 w 7437404"/>
              <a:gd name="connsiteY10" fmla="*/ 1198568 h 1198567"/>
              <a:gd name="connsiteX11" fmla="*/ 6703854 w 7437404"/>
              <a:gd name="connsiteY11" fmla="*/ 1198568 h 1198567"/>
              <a:gd name="connsiteX12" fmla="*/ 6924776 w 7437404"/>
              <a:gd name="connsiteY12" fmla="*/ 1113500 h 1198567"/>
              <a:gd name="connsiteX13" fmla="*/ 7398363 w 7437404"/>
              <a:gd name="connsiteY13" fmla="*/ 684352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EF4DDA8-6800-A316-62E6-CF5C760C8B4C}"/>
              </a:ext>
            </a:extLst>
          </p:cNvPr>
          <p:cNvSpPr/>
          <p:nvPr/>
        </p:nvSpPr>
        <p:spPr>
          <a:xfrm>
            <a:off x="344172" y="3598413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500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500"/>
                </a:cubicBezTo>
                <a:lnTo>
                  <a:pt x="7398363" y="684351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3DE9EAF-103B-E265-D938-15BB4837B499}"/>
              </a:ext>
            </a:extLst>
          </p:cNvPr>
          <p:cNvSpPr/>
          <p:nvPr/>
        </p:nvSpPr>
        <p:spPr>
          <a:xfrm>
            <a:off x="344172" y="4999494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7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499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7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499"/>
                </a:cubicBezTo>
                <a:lnTo>
                  <a:pt x="7398363" y="684351"/>
                </a:lnTo>
                <a:cubicBezTo>
                  <a:pt x="7450419" y="637373"/>
                  <a:pt x="7450419" y="561193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8D90888-CBDD-F400-DD4E-D46A0381A815}"/>
              </a:ext>
            </a:extLst>
          </p:cNvPr>
          <p:cNvSpPr/>
          <p:nvPr/>
        </p:nvSpPr>
        <p:spPr>
          <a:xfrm>
            <a:off x="344172" y="2897556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24DB45E-6FB7-C1E4-7212-1B6CB4E50363}"/>
              </a:ext>
            </a:extLst>
          </p:cNvPr>
          <p:cNvSpPr/>
          <p:nvPr/>
        </p:nvSpPr>
        <p:spPr>
          <a:xfrm>
            <a:off x="344172" y="429927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1BE2649-0692-A3E8-2ED1-BB10D506BE98}"/>
              </a:ext>
            </a:extLst>
          </p:cNvPr>
          <p:cNvSpPr/>
          <p:nvPr/>
        </p:nvSpPr>
        <p:spPr>
          <a:xfrm>
            <a:off x="344172" y="570035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4"/>
            <a:ext cx="10705712" cy="666420"/>
          </a:xfrm>
        </p:spPr>
        <p:txBody>
          <a:bodyPr/>
          <a:lstStyle>
            <a:lvl1pPr>
              <a:lnSpc>
                <a:spcPts val="1700"/>
              </a:lnSpc>
              <a:defRPr sz="13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461751D8-EFD6-EAB0-5171-095431594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91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D1A8B79F-A675-1509-6708-F18F95ADA1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36084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0556" y="2335193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93106" y="2200240"/>
            <a:ext cx="7287843" cy="598932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0556" y="3036728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393106" y="2894735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553" y="3738295"/>
            <a:ext cx="310339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93105" y="360609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553" y="4441311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393105" y="430360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553" y="5136583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93105" y="5004384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AE78021-7196-2E6B-508C-F43A5112D5C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553" y="5837994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BC68446-E54E-6C5E-80EB-28C774DEFA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93105" y="5703041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6215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862474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1865376"/>
            <a:ext cx="2972574" cy="443941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4818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s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50B4D-58E6-9592-BD14-261DBAE4490B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D4796C2-D49B-C11A-FBF7-5C286759E6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0FD5FC-0CE5-BAF5-4685-AC8CF528FA9C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234A7FA-7B0C-BD6F-3AC3-68D91C7D1F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9D5D3-342A-7F88-F3DF-F418259D6A16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FB6D7D96-3C0F-55CC-5A2D-5DA8FACE7BD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45FE7F-5539-9C42-D62B-6AFECE6BAF47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8FD56AE9-F81A-A091-9952-E37105BFC6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CA648-64F7-E1C8-92C0-907C4F0CE5E3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08FD8CC-C2EF-B0CD-3DA3-946F372B446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1852E-4A1D-8242-72F8-5A92DA469480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E2879E33-BADC-FA30-66CA-596AB5E55E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C358FD-6D34-9D4D-17F4-A5EB7058A70E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B49CA8A2-1136-2A3B-F2A3-265D959255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1ACF64E-6033-D507-8A17-BE4244F9E390}"/>
              </a:ext>
            </a:extLst>
          </p:cNvPr>
          <p:cNvSpPr/>
          <p:nvPr/>
        </p:nvSpPr>
        <p:spPr>
          <a:xfrm>
            <a:off x="4228614" y="1877215"/>
            <a:ext cx="7253588" cy="4418965"/>
          </a:xfrm>
          <a:custGeom>
            <a:avLst/>
            <a:gdLst>
              <a:gd name="connsiteX0" fmla="*/ 14221459 w 14503399"/>
              <a:gd name="connsiteY0" fmla="*/ 434341 h 8837930"/>
              <a:gd name="connsiteX1" fmla="*/ 14198599 w 14503399"/>
              <a:gd name="connsiteY1" fmla="*/ 443230 h 8837930"/>
              <a:gd name="connsiteX2" fmla="*/ 14189711 w 14503399"/>
              <a:gd name="connsiteY2" fmla="*/ 466090 h 8837930"/>
              <a:gd name="connsiteX3" fmla="*/ 14198599 w 14503399"/>
              <a:gd name="connsiteY3" fmla="*/ 488950 h 8837930"/>
              <a:gd name="connsiteX4" fmla="*/ 14221459 w 14503399"/>
              <a:gd name="connsiteY4" fmla="*/ 497840 h 8837930"/>
              <a:gd name="connsiteX5" fmla="*/ 14244321 w 14503399"/>
              <a:gd name="connsiteY5" fmla="*/ 488950 h 8837930"/>
              <a:gd name="connsiteX6" fmla="*/ 14253211 w 14503399"/>
              <a:gd name="connsiteY6" fmla="*/ 466090 h 8837930"/>
              <a:gd name="connsiteX7" fmla="*/ 14244321 w 14503399"/>
              <a:gd name="connsiteY7" fmla="*/ 443230 h 8837930"/>
              <a:gd name="connsiteX8" fmla="*/ 14221459 w 14503399"/>
              <a:gd name="connsiteY8" fmla="*/ 434341 h 8837930"/>
              <a:gd name="connsiteX9" fmla="*/ 14221459 w 14503399"/>
              <a:gd name="connsiteY9" fmla="*/ 339091 h 8837930"/>
              <a:gd name="connsiteX10" fmla="*/ 14198599 w 14503399"/>
              <a:gd name="connsiteY10" fmla="*/ 347980 h 8837930"/>
              <a:gd name="connsiteX11" fmla="*/ 14189711 w 14503399"/>
              <a:gd name="connsiteY11" fmla="*/ 370840 h 8837930"/>
              <a:gd name="connsiteX12" fmla="*/ 14198599 w 14503399"/>
              <a:gd name="connsiteY12" fmla="*/ 393701 h 8837930"/>
              <a:gd name="connsiteX13" fmla="*/ 14221459 w 14503399"/>
              <a:gd name="connsiteY13" fmla="*/ 402590 h 8837930"/>
              <a:gd name="connsiteX14" fmla="*/ 14244321 w 14503399"/>
              <a:gd name="connsiteY14" fmla="*/ 393701 h 8837930"/>
              <a:gd name="connsiteX15" fmla="*/ 14253211 w 14503399"/>
              <a:gd name="connsiteY15" fmla="*/ 370840 h 8837930"/>
              <a:gd name="connsiteX16" fmla="*/ 14244321 w 14503399"/>
              <a:gd name="connsiteY16" fmla="*/ 347980 h 8837930"/>
              <a:gd name="connsiteX17" fmla="*/ 14221459 w 14503399"/>
              <a:gd name="connsiteY17" fmla="*/ 339091 h 8837930"/>
              <a:gd name="connsiteX18" fmla="*/ 2538582 w 14503399"/>
              <a:gd name="connsiteY18" fmla="*/ 298599 h 8837930"/>
              <a:gd name="connsiteX19" fmla="*/ 2539205 w 14503399"/>
              <a:gd name="connsiteY19" fmla="*/ 298926 h 8837930"/>
              <a:gd name="connsiteX20" fmla="*/ 2574289 w 14503399"/>
              <a:gd name="connsiteY20" fmla="*/ 347980 h 8837930"/>
              <a:gd name="connsiteX21" fmla="*/ 2489199 w 14503399"/>
              <a:gd name="connsiteY21" fmla="*/ 347980 h 8837930"/>
              <a:gd name="connsiteX22" fmla="*/ 681761 w 14503399"/>
              <a:gd name="connsiteY22" fmla="*/ 271758 h 8837930"/>
              <a:gd name="connsiteX23" fmla="*/ 652793 w 14503399"/>
              <a:gd name="connsiteY23" fmla="*/ 271996 h 8837930"/>
              <a:gd name="connsiteX24" fmla="*/ 615426 w 14503399"/>
              <a:gd name="connsiteY24" fmla="*/ 285819 h 8837930"/>
              <a:gd name="connsiteX25" fmla="*/ 582819 w 14503399"/>
              <a:gd name="connsiteY25" fmla="*/ 423913 h 8837930"/>
              <a:gd name="connsiteX26" fmla="*/ 720913 w 14503399"/>
              <a:gd name="connsiteY26" fmla="*/ 456519 h 8837930"/>
              <a:gd name="connsiteX27" fmla="*/ 753520 w 14503399"/>
              <a:gd name="connsiteY27" fmla="*/ 318426 h 8837930"/>
              <a:gd name="connsiteX28" fmla="*/ 681761 w 14503399"/>
              <a:gd name="connsiteY28" fmla="*/ 271758 h 8837930"/>
              <a:gd name="connsiteX29" fmla="*/ 967740 w 14503399"/>
              <a:gd name="connsiteY29" fmla="*/ 270511 h 8837930"/>
              <a:gd name="connsiteX30" fmla="*/ 867410 w 14503399"/>
              <a:gd name="connsiteY30" fmla="*/ 370841 h 8837930"/>
              <a:gd name="connsiteX31" fmla="*/ 967740 w 14503399"/>
              <a:gd name="connsiteY31" fmla="*/ 471171 h 8837930"/>
              <a:gd name="connsiteX32" fmla="*/ 1068070 w 14503399"/>
              <a:gd name="connsiteY32" fmla="*/ 370841 h 8837930"/>
              <a:gd name="connsiteX33" fmla="*/ 967740 w 14503399"/>
              <a:gd name="connsiteY33" fmla="*/ 270511 h 8837930"/>
              <a:gd name="connsiteX34" fmla="*/ 368299 w 14503399"/>
              <a:gd name="connsiteY34" fmla="*/ 270511 h 8837930"/>
              <a:gd name="connsiteX35" fmla="*/ 267969 w 14503399"/>
              <a:gd name="connsiteY35" fmla="*/ 370841 h 8837930"/>
              <a:gd name="connsiteX36" fmla="*/ 368299 w 14503399"/>
              <a:gd name="connsiteY36" fmla="*/ 471171 h 8837930"/>
              <a:gd name="connsiteX37" fmla="*/ 468629 w 14503399"/>
              <a:gd name="connsiteY37" fmla="*/ 370841 h 8837930"/>
              <a:gd name="connsiteX38" fmla="*/ 368299 w 14503399"/>
              <a:gd name="connsiteY38" fmla="*/ 270511 h 8837930"/>
              <a:gd name="connsiteX39" fmla="*/ 1934209 w 14503399"/>
              <a:gd name="connsiteY39" fmla="*/ 266700 h 8837930"/>
              <a:gd name="connsiteX40" fmla="*/ 1934209 w 14503399"/>
              <a:gd name="connsiteY40" fmla="*/ 370840 h 8837930"/>
              <a:gd name="connsiteX41" fmla="*/ 1934209 w 14503399"/>
              <a:gd name="connsiteY41" fmla="*/ 474980 h 8837930"/>
              <a:gd name="connsiteX42" fmla="*/ 2038349 w 14503399"/>
              <a:gd name="connsiteY42" fmla="*/ 370840 h 8837930"/>
              <a:gd name="connsiteX43" fmla="*/ 1494790 w 14503399"/>
              <a:gd name="connsiteY43" fmla="*/ 266700 h 8837930"/>
              <a:gd name="connsiteX44" fmla="*/ 1390650 w 14503399"/>
              <a:gd name="connsiteY44" fmla="*/ 370840 h 8837930"/>
              <a:gd name="connsiteX45" fmla="*/ 1494790 w 14503399"/>
              <a:gd name="connsiteY45" fmla="*/ 474980 h 8837930"/>
              <a:gd name="connsiteX46" fmla="*/ 1494790 w 14503399"/>
              <a:gd name="connsiteY46" fmla="*/ 370840 h 8837930"/>
              <a:gd name="connsiteX47" fmla="*/ 2574289 w 14503399"/>
              <a:gd name="connsiteY47" fmla="*/ 262890 h 8837930"/>
              <a:gd name="connsiteX48" fmla="*/ 2538582 w 14503399"/>
              <a:gd name="connsiteY48" fmla="*/ 298599 h 8837930"/>
              <a:gd name="connsiteX49" fmla="*/ 2511960 w 14503399"/>
              <a:gd name="connsiteY49" fmla="*/ 284580 h 8837930"/>
              <a:gd name="connsiteX50" fmla="*/ 2480309 w 14503399"/>
              <a:gd name="connsiteY50" fmla="*/ 279400 h 8837930"/>
              <a:gd name="connsiteX51" fmla="*/ 2382519 w 14503399"/>
              <a:gd name="connsiteY51" fmla="*/ 377191 h 8837930"/>
              <a:gd name="connsiteX52" fmla="*/ 2480309 w 14503399"/>
              <a:gd name="connsiteY52" fmla="*/ 474980 h 8837930"/>
              <a:gd name="connsiteX53" fmla="*/ 2574289 w 14503399"/>
              <a:gd name="connsiteY53" fmla="*/ 407671 h 8837930"/>
              <a:gd name="connsiteX54" fmla="*/ 2574289 w 14503399"/>
              <a:gd name="connsiteY54" fmla="*/ 347980 h 8837930"/>
              <a:gd name="connsiteX55" fmla="*/ 14221459 w 14503399"/>
              <a:gd name="connsiteY55" fmla="*/ 243840 h 8837930"/>
              <a:gd name="connsiteX56" fmla="*/ 14198599 w 14503399"/>
              <a:gd name="connsiteY56" fmla="*/ 252730 h 8837930"/>
              <a:gd name="connsiteX57" fmla="*/ 14189711 w 14503399"/>
              <a:gd name="connsiteY57" fmla="*/ 275591 h 8837930"/>
              <a:gd name="connsiteX58" fmla="*/ 14198599 w 14503399"/>
              <a:gd name="connsiteY58" fmla="*/ 298450 h 8837930"/>
              <a:gd name="connsiteX59" fmla="*/ 14221459 w 14503399"/>
              <a:gd name="connsiteY59" fmla="*/ 307340 h 8837930"/>
              <a:gd name="connsiteX60" fmla="*/ 14244321 w 14503399"/>
              <a:gd name="connsiteY60" fmla="*/ 298450 h 8837930"/>
              <a:gd name="connsiteX61" fmla="*/ 14253211 w 14503399"/>
              <a:gd name="connsiteY61" fmla="*/ 275591 h 8837930"/>
              <a:gd name="connsiteX62" fmla="*/ 14244321 w 14503399"/>
              <a:gd name="connsiteY62" fmla="*/ 252730 h 8837930"/>
              <a:gd name="connsiteX63" fmla="*/ 14221459 w 14503399"/>
              <a:gd name="connsiteY63" fmla="*/ 243840 h 8837930"/>
              <a:gd name="connsiteX64" fmla="*/ 3072129 w 14503399"/>
              <a:gd name="connsiteY64" fmla="*/ 214631 h 8837930"/>
              <a:gd name="connsiteX65" fmla="*/ 2915919 w 14503399"/>
              <a:gd name="connsiteY65" fmla="*/ 370841 h 8837930"/>
              <a:gd name="connsiteX66" fmla="*/ 3072129 w 14503399"/>
              <a:gd name="connsiteY66" fmla="*/ 527051 h 8837930"/>
              <a:gd name="connsiteX67" fmla="*/ 13765529 w 14503399"/>
              <a:gd name="connsiteY67" fmla="*/ 527051 h 8837930"/>
              <a:gd name="connsiteX68" fmla="*/ 13921739 w 14503399"/>
              <a:gd name="connsiteY68" fmla="*/ 370841 h 8837930"/>
              <a:gd name="connsiteX69" fmla="*/ 13765529 w 14503399"/>
              <a:gd name="connsiteY69" fmla="*/ 214631 h 8837930"/>
              <a:gd name="connsiteX70" fmla="*/ 255270 w 14503399"/>
              <a:gd name="connsiteY70" fmla="*/ 0 h 8837930"/>
              <a:gd name="connsiteX71" fmla="*/ 14248131 w 14503399"/>
              <a:gd name="connsiteY71" fmla="*/ 0 h 8837930"/>
              <a:gd name="connsiteX72" fmla="*/ 14503399 w 14503399"/>
              <a:gd name="connsiteY72" fmla="*/ 255270 h 8837930"/>
              <a:gd name="connsiteX73" fmla="*/ 14503399 w 14503399"/>
              <a:gd name="connsiteY73" fmla="*/ 8582660 h 8837930"/>
              <a:gd name="connsiteX74" fmla="*/ 14248131 w 14503399"/>
              <a:gd name="connsiteY74" fmla="*/ 8837930 h 8837930"/>
              <a:gd name="connsiteX75" fmla="*/ 255270 w 14503399"/>
              <a:gd name="connsiteY75" fmla="*/ 8837930 h 8837930"/>
              <a:gd name="connsiteX76" fmla="*/ 0 w 14503399"/>
              <a:gd name="connsiteY76" fmla="*/ 8582660 h 8837930"/>
              <a:gd name="connsiteX77" fmla="*/ 0 w 14503399"/>
              <a:gd name="connsiteY77" fmla="*/ 256541 h 8837930"/>
              <a:gd name="connsiteX78" fmla="*/ 255270 w 14503399"/>
              <a:gd name="connsiteY78" fmla="*/ 1270 h 8837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4503399" h="8837930">
                <a:moveTo>
                  <a:pt x="14221459" y="434341"/>
                </a:moveTo>
                <a:cubicBezTo>
                  <a:pt x="14212571" y="434341"/>
                  <a:pt x="14204949" y="436881"/>
                  <a:pt x="14198599" y="443230"/>
                </a:cubicBezTo>
                <a:cubicBezTo>
                  <a:pt x="14192249" y="449580"/>
                  <a:pt x="14189711" y="457200"/>
                  <a:pt x="14189711" y="466090"/>
                </a:cubicBezTo>
                <a:cubicBezTo>
                  <a:pt x="14189711" y="474980"/>
                  <a:pt x="14192249" y="482600"/>
                  <a:pt x="14198599" y="488950"/>
                </a:cubicBezTo>
                <a:cubicBezTo>
                  <a:pt x="14204949" y="495300"/>
                  <a:pt x="14212571" y="497840"/>
                  <a:pt x="14221459" y="497840"/>
                </a:cubicBezTo>
                <a:cubicBezTo>
                  <a:pt x="14230349" y="497840"/>
                  <a:pt x="14237971" y="494030"/>
                  <a:pt x="14244321" y="488950"/>
                </a:cubicBezTo>
                <a:cubicBezTo>
                  <a:pt x="14250671" y="482600"/>
                  <a:pt x="14253211" y="474980"/>
                  <a:pt x="14253211" y="466090"/>
                </a:cubicBezTo>
                <a:cubicBezTo>
                  <a:pt x="14253211" y="457200"/>
                  <a:pt x="14250671" y="449580"/>
                  <a:pt x="14244321" y="443230"/>
                </a:cubicBezTo>
                <a:cubicBezTo>
                  <a:pt x="14237971" y="436881"/>
                  <a:pt x="14230349" y="434341"/>
                  <a:pt x="14221459" y="434341"/>
                </a:cubicBezTo>
                <a:close/>
                <a:moveTo>
                  <a:pt x="14221459" y="339091"/>
                </a:moveTo>
                <a:cubicBezTo>
                  <a:pt x="14212571" y="339091"/>
                  <a:pt x="14204949" y="341631"/>
                  <a:pt x="14198599" y="347980"/>
                </a:cubicBezTo>
                <a:cubicBezTo>
                  <a:pt x="14192249" y="354330"/>
                  <a:pt x="14189711" y="361950"/>
                  <a:pt x="14189711" y="370840"/>
                </a:cubicBezTo>
                <a:cubicBezTo>
                  <a:pt x="14189711" y="379731"/>
                  <a:pt x="14192249" y="387350"/>
                  <a:pt x="14198599" y="393701"/>
                </a:cubicBezTo>
                <a:cubicBezTo>
                  <a:pt x="14204949" y="400050"/>
                  <a:pt x="14212571" y="402590"/>
                  <a:pt x="14221459" y="402590"/>
                </a:cubicBezTo>
                <a:cubicBezTo>
                  <a:pt x="14230349" y="402590"/>
                  <a:pt x="14237971" y="400050"/>
                  <a:pt x="14244321" y="393701"/>
                </a:cubicBezTo>
                <a:cubicBezTo>
                  <a:pt x="14250671" y="387350"/>
                  <a:pt x="14253211" y="379731"/>
                  <a:pt x="14253211" y="370840"/>
                </a:cubicBezTo>
                <a:cubicBezTo>
                  <a:pt x="14253211" y="361950"/>
                  <a:pt x="14250671" y="354330"/>
                  <a:pt x="14244321" y="347980"/>
                </a:cubicBezTo>
                <a:cubicBezTo>
                  <a:pt x="14237971" y="341631"/>
                  <a:pt x="14230349" y="339091"/>
                  <a:pt x="14221459" y="339091"/>
                </a:cubicBezTo>
                <a:close/>
                <a:moveTo>
                  <a:pt x="2538582" y="298599"/>
                </a:moveTo>
                <a:lnTo>
                  <a:pt x="2539205" y="298926"/>
                </a:lnTo>
                <a:cubicBezTo>
                  <a:pt x="2555557" y="311151"/>
                  <a:pt x="2567939" y="328295"/>
                  <a:pt x="2574289" y="347980"/>
                </a:cubicBezTo>
                <a:lnTo>
                  <a:pt x="2489199" y="347980"/>
                </a:lnTo>
                <a:close/>
                <a:moveTo>
                  <a:pt x="681761" y="271758"/>
                </a:moveTo>
                <a:cubicBezTo>
                  <a:pt x="672214" y="270448"/>
                  <a:pt x="662453" y="270502"/>
                  <a:pt x="652793" y="271996"/>
                </a:cubicBezTo>
                <a:cubicBezTo>
                  <a:pt x="639913" y="273986"/>
                  <a:pt x="627211" y="278536"/>
                  <a:pt x="615426" y="285819"/>
                </a:cubicBezTo>
                <a:cubicBezTo>
                  <a:pt x="568289" y="314947"/>
                  <a:pt x="553689" y="376774"/>
                  <a:pt x="582819" y="423913"/>
                </a:cubicBezTo>
                <a:cubicBezTo>
                  <a:pt x="611948" y="471050"/>
                  <a:pt x="673776" y="485649"/>
                  <a:pt x="720913" y="456519"/>
                </a:cubicBezTo>
                <a:cubicBezTo>
                  <a:pt x="768051" y="427390"/>
                  <a:pt x="782650" y="365564"/>
                  <a:pt x="753520" y="318426"/>
                </a:cubicBezTo>
                <a:cubicBezTo>
                  <a:pt x="737135" y="291912"/>
                  <a:pt x="710404" y="275692"/>
                  <a:pt x="681761" y="271758"/>
                </a:cubicBezTo>
                <a:close/>
                <a:moveTo>
                  <a:pt x="967740" y="270511"/>
                </a:moveTo>
                <a:cubicBezTo>
                  <a:pt x="911860" y="270511"/>
                  <a:pt x="867410" y="314962"/>
                  <a:pt x="867410" y="370841"/>
                </a:cubicBezTo>
                <a:cubicBezTo>
                  <a:pt x="867410" y="426721"/>
                  <a:pt x="911860" y="471171"/>
                  <a:pt x="967740" y="471171"/>
                </a:cubicBezTo>
                <a:cubicBezTo>
                  <a:pt x="1023620" y="471171"/>
                  <a:pt x="1068070" y="426721"/>
                  <a:pt x="1068070" y="370841"/>
                </a:cubicBezTo>
                <a:cubicBezTo>
                  <a:pt x="1068070" y="314962"/>
                  <a:pt x="1023620" y="270511"/>
                  <a:pt x="967740" y="270511"/>
                </a:cubicBezTo>
                <a:close/>
                <a:moveTo>
                  <a:pt x="368299" y="270511"/>
                </a:moveTo>
                <a:cubicBezTo>
                  <a:pt x="312419" y="270511"/>
                  <a:pt x="267969" y="314962"/>
                  <a:pt x="267969" y="370841"/>
                </a:cubicBezTo>
                <a:cubicBezTo>
                  <a:pt x="267969" y="426721"/>
                  <a:pt x="312419" y="471171"/>
                  <a:pt x="368299" y="471171"/>
                </a:cubicBezTo>
                <a:cubicBezTo>
                  <a:pt x="422909" y="471171"/>
                  <a:pt x="468629" y="426721"/>
                  <a:pt x="468629" y="370841"/>
                </a:cubicBezTo>
                <a:cubicBezTo>
                  <a:pt x="468629" y="314962"/>
                  <a:pt x="424179" y="270511"/>
                  <a:pt x="368299" y="270511"/>
                </a:cubicBezTo>
                <a:close/>
                <a:moveTo>
                  <a:pt x="1934209" y="266700"/>
                </a:moveTo>
                <a:lnTo>
                  <a:pt x="1934209" y="370840"/>
                </a:lnTo>
                <a:lnTo>
                  <a:pt x="1934209" y="474980"/>
                </a:lnTo>
                <a:lnTo>
                  <a:pt x="2038349" y="370840"/>
                </a:lnTo>
                <a:close/>
                <a:moveTo>
                  <a:pt x="1494790" y="266700"/>
                </a:moveTo>
                <a:lnTo>
                  <a:pt x="1390650" y="370840"/>
                </a:lnTo>
                <a:lnTo>
                  <a:pt x="1494790" y="474980"/>
                </a:lnTo>
                <a:lnTo>
                  <a:pt x="1494790" y="370840"/>
                </a:lnTo>
                <a:close/>
                <a:moveTo>
                  <a:pt x="2574289" y="262890"/>
                </a:moveTo>
                <a:lnTo>
                  <a:pt x="2538582" y="298599"/>
                </a:lnTo>
                <a:lnTo>
                  <a:pt x="2511960" y="284580"/>
                </a:lnTo>
                <a:cubicBezTo>
                  <a:pt x="2502058" y="281226"/>
                  <a:pt x="2491422" y="279400"/>
                  <a:pt x="2480309" y="279400"/>
                </a:cubicBezTo>
                <a:cubicBezTo>
                  <a:pt x="2425699" y="279400"/>
                  <a:pt x="2382519" y="323850"/>
                  <a:pt x="2382519" y="377191"/>
                </a:cubicBezTo>
                <a:cubicBezTo>
                  <a:pt x="2382519" y="431801"/>
                  <a:pt x="2426969" y="474980"/>
                  <a:pt x="2480309" y="474980"/>
                </a:cubicBezTo>
                <a:cubicBezTo>
                  <a:pt x="2523489" y="474980"/>
                  <a:pt x="2561589" y="447040"/>
                  <a:pt x="2574289" y="407671"/>
                </a:cubicBezTo>
                <a:lnTo>
                  <a:pt x="2574289" y="347980"/>
                </a:lnTo>
                <a:close/>
                <a:moveTo>
                  <a:pt x="14221459" y="243840"/>
                </a:moveTo>
                <a:cubicBezTo>
                  <a:pt x="14212571" y="243840"/>
                  <a:pt x="14204949" y="246380"/>
                  <a:pt x="14198599" y="252730"/>
                </a:cubicBezTo>
                <a:cubicBezTo>
                  <a:pt x="14192249" y="259080"/>
                  <a:pt x="14189711" y="266700"/>
                  <a:pt x="14189711" y="275591"/>
                </a:cubicBezTo>
                <a:cubicBezTo>
                  <a:pt x="14189711" y="284481"/>
                  <a:pt x="14192249" y="292101"/>
                  <a:pt x="14198599" y="298450"/>
                </a:cubicBezTo>
                <a:cubicBezTo>
                  <a:pt x="14204949" y="304800"/>
                  <a:pt x="14212571" y="307340"/>
                  <a:pt x="14221459" y="307340"/>
                </a:cubicBezTo>
                <a:cubicBezTo>
                  <a:pt x="14230349" y="307340"/>
                  <a:pt x="14237971" y="304800"/>
                  <a:pt x="14244321" y="298450"/>
                </a:cubicBezTo>
                <a:cubicBezTo>
                  <a:pt x="14250671" y="292101"/>
                  <a:pt x="14253211" y="284481"/>
                  <a:pt x="14253211" y="275591"/>
                </a:cubicBezTo>
                <a:cubicBezTo>
                  <a:pt x="14253211" y="266700"/>
                  <a:pt x="14250671" y="259080"/>
                  <a:pt x="14244321" y="252730"/>
                </a:cubicBezTo>
                <a:cubicBezTo>
                  <a:pt x="14237971" y="246380"/>
                  <a:pt x="14230349" y="243840"/>
                  <a:pt x="14221459" y="243840"/>
                </a:cubicBezTo>
                <a:close/>
                <a:moveTo>
                  <a:pt x="3072129" y="214631"/>
                </a:moveTo>
                <a:cubicBezTo>
                  <a:pt x="2985769" y="214631"/>
                  <a:pt x="2915919" y="284481"/>
                  <a:pt x="2915919" y="370841"/>
                </a:cubicBezTo>
                <a:cubicBezTo>
                  <a:pt x="2915919" y="457201"/>
                  <a:pt x="2985769" y="527051"/>
                  <a:pt x="3072129" y="527051"/>
                </a:cubicBezTo>
                <a:lnTo>
                  <a:pt x="13765529" y="527051"/>
                </a:lnTo>
                <a:cubicBezTo>
                  <a:pt x="13851889" y="527051"/>
                  <a:pt x="13921739" y="457201"/>
                  <a:pt x="13921739" y="370841"/>
                </a:cubicBezTo>
                <a:cubicBezTo>
                  <a:pt x="13921739" y="284481"/>
                  <a:pt x="13851889" y="214631"/>
                  <a:pt x="13765529" y="214631"/>
                </a:cubicBezTo>
                <a:close/>
                <a:moveTo>
                  <a:pt x="255270" y="0"/>
                </a:moveTo>
                <a:lnTo>
                  <a:pt x="14248131" y="0"/>
                </a:lnTo>
                <a:cubicBezTo>
                  <a:pt x="14389099" y="0"/>
                  <a:pt x="14503399" y="114301"/>
                  <a:pt x="14503399" y="255270"/>
                </a:cubicBezTo>
                <a:lnTo>
                  <a:pt x="14503399" y="8582660"/>
                </a:lnTo>
                <a:cubicBezTo>
                  <a:pt x="14503399" y="8723630"/>
                  <a:pt x="14389099" y="8837930"/>
                  <a:pt x="14248131" y="8837930"/>
                </a:cubicBezTo>
                <a:lnTo>
                  <a:pt x="255270" y="8837930"/>
                </a:lnTo>
                <a:cubicBezTo>
                  <a:pt x="114300" y="8837930"/>
                  <a:pt x="0" y="8723630"/>
                  <a:pt x="0" y="8582660"/>
                </a:cubicBezTo>
                <a:lnTo>
                  <a:pt x="0" y="256541"/>
                </a:lnTo>
                <a:cubicBezTo>
                  <a:pt x="0" y="115570"/>
                  <a:pt x="114300" y="1270"/>
                  <a:pt x="255270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1698768-6523-6280-0815-5BEB329CA5B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231793" y="2227188"/>
            <a:ext cx="7247237" cy="4064000"/>
          </a:xfrm>
          <a:custGeom>
            <a:avLst/>
            <a:gdLst>
              <a:gd name="connsiteX0" fmla="*/ 0 w 14490699"/>
              <a:gd name="connsiteY0" fmla="*/ 0 h 8128000"/>
              <a:gd name="connsiteX1" fmla="*/ 14490699 w 14490699"/>
              <a:gd name="connsiteY1" fmla="*/ 0 h 8128000"/>
              <a:gd name="connsiteX2" fmla="*/ 14490699 w 14490699"/>
              <a:gd name="connsiteY2" fmla="*/ 7874000 h 8128000"/>
              <a:gd name="connsiteX3" fmla="*/ 14236699 w 14490699"/>
              <a:gd name="connsiteY3" fmla="*/ 8128000 h 8128000"/>
              <a:gd name="connsiteX4" fmla="*/ 254000 w 14490699"/>
              <a:gd name="connsiteY4" fmla="*/ 8128000 h 8128000"/>
              <a:gd name="connsiteX5" fmla="*/ 0 w 14490699"/>
              <a:gd name="connsiteY5" fmla="*/ 7874000 h 81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90699" h="8128000">
                <a:moveTo>
                  <a:pt x="0" y="0"/>
                </a:moveTo>
                <a:lnTo>
                  <a:pt x="14490699" y="0"/>
                </a:lnTo>
                <a:lnTo>
                  <a:pt x="14490699" y="7874000"/>
                </a:lnTo>
                <a:cubicBezTo>
                  <a:pt x="14490699" y="8013700"/>
                  <a:pt x="14376399" y="8128000"/>
                  <a:pt x="14236699" y="8128000"/>
                </a:cubicBezTo>
                <a:lnTo>
                  <a:pt x="254000" y="8128000"/>
                </a:lnTo>
                <a:cubicBezTo>
                  <a:pt x="114300" y="8128000"/>
                  <a:pt x="0" y="8013700"/>
                  <a:pt x="0" y="787400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671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42678" y="6042793"/>
            <a:ext cx="2012432" cy="238477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2F5737A-15FC-E2EE-4F60-E74F6845AAB2}"/>
              </a:ext>
            </a:extLst>
          </p:cNvPr>
          <p:cNvSpPr/>
          <p:nvPr/>
        </p:nvSpPr>
        <p:spPr>
          <a:xfrm>
            <a:off x="4242678" y="1886322"/>
            <a:ext cx="2012432" cy="4104089"/>
          </a:xfrm>
          <a:custGeom>
            <a:avLst/>
            <a:gdLst>
              <a:gd name="connsiteX0" fmla="*/ 600132 w 4023816"/>
              <a:gd name="connsiteY0" fmla="*/ 8208178 h 8208178"/>
              <a:gd name="connsiteX1" fmla="*/ 0 w 4023816"/>
              <a:gd name="connsiteY1" fmla="*/ 7608046 h 8208178"/>
              <a:gd name="connsiteX2" fmla="*/ 0 w 4023816"/>
              <a:gd name="connsiteY2" fmla="*/ 600132 h 8208178"/>
              <a:gd name="connsiteX3" fmla="*/ 600132 w 4023816"/>
              <a:gd name="connsiteY3" fmla="*/ 0 h 8208178"/>
              <a:gd name="connsiteX4" fmla="*/ 3423685 w 4023816"/>
              <a:gd name="connsiteY4" fmla="*/ 0 h 8208178"/>
              <a:gd name="connsiteX5" fmla="*/ 4023816 w 4023816"/>
              <a:gd name="connsiteY5" fmla="*/ 600132 h 8208178"/>
              <a:gd name="connsiteX6" fmla="*/ 4023816 w 4023816"/>
              <a:gd name="connsiteY6" fmla="*/ 7608046 h 8208178"/>
              <a:gd name="connsiteX7" fmla="*/ 3423685 w 4023816"/>
              <a:gd name="connsiteY7" fmla="*/ 8208178 h 8208178"/>
              <a:gd name="connsiteX8" fmla="*/ 600132 w 4023816"/>
              <a:gd name="connsiteY8" fmla="*/ 8208178 h 8208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3816" h="8208178">
                <a:moveTo>
                  <a:pt x="600132" y="8208178"/>
                </a:moveTo>
                <a:cubicBezTo>
                  <a:pt x="268849" y="8208178"/>
                  <a:pt x="0" y="7939330"/>
                  <a:pt x="0" y="7608046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3423685" y="0"/>
                </a:lnTo>
                <a:cubicBezTo>
                  <a:pt x="3754968" y="0"/>
                  <a:pt x="4023816" y="268849"/>
                  <a:pt x="4023816" y="600132"/>
                </a:cubicBezTo>
                <a:lnTo>
                  <a:pt x="4023816" y="7608046"/>
                </a:lnTo>
                <a:cubicBezTo>
                  <a:pt x="4023816" y="7939330"/>
                  <a:pt x="3754968" y="8208178"/>
                  <a:pt x="3423685" y="8208178"/>
                </a:cubicBezTo>
                <a:lnTo>
                  <a:pt x="600132" y="8208178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1ADFF66-0910-0261-2BA5-36D92D10943D}"/>
              </a:ext>
            </a:extLst>
          </p:cNvPr>
          <p:cNvSpPr/>
          <p:nvPr/>
        </p:nvSpPr>
        <p:spPr>
          <a:xfrm>
            <a:off x="7140889" y="1863169"/>
            <a:ext cx="4105158" cy="2011908"/>
          </a:xfrm>
          <a:custGeom>
            <a:avLst/>
            <a:gdLst>
              <a:gd name="connsiteX0" fmla="*/ 8208178 w 8208178"/>
              <a:gd name="connsiteY0" fmla="*/ 3423684 h 4023816"/>
              <a:gd name="connsiteX1" fmla="*/ 7608046 w 8208178"/>
              <a:gd name="connsiteY1" fmla="*/ 4023817 h 4023816"/>
              <a:gd name="connsiteX2" fmla="*/ 600132 w 8208178"/>
              <a:gd name="connsiteY2" fmla="*/ 4023817 h 4023816"/>
              <a:gd name="connsiteX3" fmla="*/ 0 w 8208178"/>
              <a:gd name="connsiteY3" fmla="*/ 3423684 h 4023816"/>
              <a:gd name="connsiteX4" fmla="*/ 0 w 8208178"/>
              <a:gd name="connsiteY4" fmla="*/ 600132 h 4023816"/>
              <a:gd name="connsiteX5" fmla="*/ 600132 w 8208178"/>
              <a:gd name="connsiteY5" fmla="*/ 0 h 4023816"/>
              <a:gd name="connsiteX6" fmla="*/ 7608046 w 8208178"/>
              <a:gd name="connsiteY6" fmla="*/ 0 h 4023816"/>
              <a:gd name="connsiteX7" fmla="*/ 8208178 w 8208178"/>
              <a:gd name="connsiteY7" fmla="*/ 600132 h 4023816"/>
              <a:gd name="connsiteX8" fmla="*/ 8208178 w 8208178"/>
              <a:gd name="connsiteY8" fmla="*/ 3423684 h 402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08178" h="4023816">
                <a:moveTo>
                  <a:pt x="8208178" y="3423684"/>
                </a:moveTo>
                <a:cubicBezTo>
                  <a:pt x="8208178" y="3754967"/>
                  <a:pt x="7939330" y="4023817"/>
                  <a:pt x="7608046" y="4023817"/>
                </a:cubicBezTo>
                <a:lnTo>
                  <a:pt x="600132" y="4023817"/>
                </a:lnTo>
                <a:cubicBezTo>
                  <a:pt x="268849" y="4023817"/>
                  <a:pt x="0" y="3754967"/>
                  <a:pt x="0" y="3423684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7608046" y="0"/>
                </a:lnTo>
                <a:cubicBezTo>
                  <a:pt x="7939330" y="0"/>
                  <a:pt x="8208178" y="268849"/>
                  <a:pt x="8208178" y="600132"/>
                </a:cubicBezTo>
                <a:lnTo>
                  <a:pt x="8208178" y="3423684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98E5F0-793B-9053-1C7D-A7AE29749FD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8517" y="1966317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6098F12-4D2B-ADD7-AE40-BCF2F252959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207166" y="1948841"/>
            <a:ext cx="3972611" cy="1840569"/>
          </a:xfrm>
          <a:custGeom>
            <a:avLst/>
            <a:gdLst>
              <a:gd name="connsiteX0" fmla="*/ 467619 w 7943152"/>
              <a:gd name="connsiteY0" fmla="*/ 0 h 3681138"/>
              <a:gd name="connsiteX1" fmla="*/ 7475534 w 7943152"/>
              <a:gd name="connsiteY1" fmla="*/ 0 h 3681138"/>
              <a:gd name="connsiteX2" fmla="*/ 7943152 w 7943152"/>
              <a:gd name="connsiteY2" fmla="*/ 467619 h 3681138"/>
              <a:gd name="connsiteX3" fmla="*/ 7943152 w 7943152"/>
              <a:gd name="connsiteY3" fmla="*/ 3217341 h 3681138"/>
              <a:gd name="connsiteX4" fmla="*/ 7475534 w 7943152"/>
              <a:gd name="connsiteY4" fmla="*/ 3681138 h 3681138"/>
              <a:gd name="connsiteX5" fmla="*/ 467619 w 7943152"/>
              <a:gd name="connsiteY5" fmla="*/ 3681138 h 3681138"/>
              <a:gd name="connsiteX6" fmla="*/ 0 w 7943152"/>
              <a:gd name="connsiteY6" fmla="*/ 3213519 h 3681138"/>
              <a:gd name="connsiteX7" fmla="*/ 0 w 7943152"/>
              <a:gd name="connsiteY7" fmla="*/ 2594202 h 3681138"/>
              <a:gd name="connsiteX8" fmla="*/ 70079 w 7943152"/>
              <a:gd name="connsiteY8" fmla="*/ 2524123 h 3681138"/>
              <a:gd name="connsiteX9" fmla="*/ 247189 w 7943152"/>
              <a:gd name="connsiteY9" fmla="*/ 2524123 h 3681138"/>
              <a:gd name="connsiteX10" fmla="*/ 317268 w 7943152"/>
              <a:gd name="connsiteY10" fmla="*/ 2454044 h 3681138"/>
              <a:gd name="connsiteX11" fmla="*/ 317268 w 7943152"/>
              <a:gd name="connsiteY11" fmla="*/ 2375118 h 3681138"/>
              <a:gd name="connsiteX12" fmla="*/ 317268 w 7943152"/>
              <a:gd name="connsiteY12" fmla="*/ 1306020 h 3681138"/>
              <a:gd name="connsiteX13" fmla="*/ 317268 w 7943152"/>
              <a:gd name="connsiteY13" fmla="*/ 1227094 h 3681138"/>
              <a:gd name="connsiteX14" fmla="*/ 247189 w 7943152"/>
              <a:gd name="connsiteY14" fmla="*/ 1157015 h 3681138"/>
              <a:gd name="connsiteX15" fmla="*/ 70079 w 7943152"/>
              <a:gd name="connsiteY15" fmla="*/ 1157015 h 3681138"/>
              <a:gd name="connsiteX16" fmla="*/ 0 w 7943152"/>
              <a:gd name="connsiteY16" fmla="*/ 1086935 h 3681138"/>
              <a:gd name="connsiteX17" fmla="*/ 0 w 7943152"/>
              <a:gd name="connsiteY17" fmla="*/ 467619 h 3681138"/>
              <a:gd name="connsiteX18" fmla="*/ 467619 w 7943152"/>
              <a:gd name="connsiteY18" fmla="*/ 0 h 368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43152" h="3681138">
                <a:moveTo>
                  <a:pt x="467619" y="0"/>
                </a:moveTo>
                <a:lnTo>
                  <a:pt x="7475534" y="0"/>
                </a:lnTo>
                <a:cubicBezTo>
                  <a:pt x="7734188" y="0"/>
                  <a:pt x="7943152" y="208963"/>
                  <a:pt x="7943152" y="467619"/>
                </a:cubicBezTo>
                <a:lnTo>
                  <a:pt x="7943152" y="3217341"/>
                </a:lnTo>
                <a:cubicBezTo>
                  <a:pt x="7940604" y="3473448"/>
                  <a:pt x="7732916" y="3681138"/>
                  <a:pt x="7475534" y="3681138"/>
                </a:cubicBezTo>
                <a:lnTo>
                  <a:pt x="467619" y="3681138"/>
                </a:lnTo>
                <a:cubicBezTo>
                  <a:pt x="208964" y="3681138"/>
                  <a:pt x="0" y="3472175"/>
                  <a:pt x="0" y="3213519"/>
                </a:cubicBezTo>
                <a:lnTo>
                  <a:pt x="0" y="2594202"/>
                </a:lnTo>
                <a:cubicBezTo>
                  <a:pt x="0" y="2555977"/>
                  <a:pt x="30580" y="2524123"/>
                  <a:pt x="70079" y="2524123"/>
                </a:cubicBezTo>
                <a:lnTo>
                  <a:pt x="247189" y="2524123"/>
                </a:lnTo>
                <a:cubicBezTo>
                  <a:pt x="285414" y="2524123"/>
                  <a:pt x="317268" y="2493543"/>
                  <a:pt x="317268" y="2454044"/>
                </a:cubicBezTo>
                <a:lnTo>
                  <a:pt x="317268" y="2375118"/>
                </a:lnTo>
                <a:lnTo>
                  <a:pt x="317268" y="1306020"/>
                </a:lnTo>
                <a:lnTo>
                  <a:pt x="317268" y="1227094"/>
                </a:lnTo>
                <a:cubicBezTo>
                  <a:pt x="317268" y="1187595"/>
                  <a:pt x="285414" y="1157015"/>
                  <a:pt x="247189" y="1157015"/>
                </a:cubicBezTo>
                <a:lnTo>
                  <a:pt x="70079" y="1157015"/>
                </a:lnTo>
                <a:cubicBezTo>
                  <a:pt x="30580" y="1157015"/>
                  <a:pt x="0" y="1125160"/>
                  <a:pt x="0" y="1086935"/>
                </a:cubicBezTo>
                <a:lnTo>
                  <a:pt x="0" y="467619"/>
                </a:lnTo>
                <a:cubicBezTo>
                  <a:pt x="0" y="208963"/>
                  <a:pt x="208964" y="0"/>
                  <a:pt x="46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CCE5-45BF-E9AA-10EF-3265F206C9FF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6D962EA-D059-3EB5-276A-4C4338D346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4218-C2FC-7F8F-8F73-A73158371ED8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D7C8EF-9BE3-8B6A-5060-8E8DF2DE85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66B6B-EC95-1FE8-F07D-A34401163719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9DF5C9-1E33-3153-D305-8848E6586F4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1B3C1-960E-24DD-FA11-2619CF1D75D8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9541F42-D9DA-FD54-4CEA-1A2B97D8D9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BE372-0D1F-73CE-E1E4-B066052F23A8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A1EF34C-2B78-ED58-5EA7-B0418247AB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643F3-CA78-3BF5-96E7-9B2B2F74C5BD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ECD4C3C-63D1-8AD0-E9E3-2B1346B6CA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E68C9-0857-FEBF-B0ED-E2B3A8D95544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81B286-1547-60C4-34FF-FAB5724F521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50109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5F25964-2FDA-F98D-21B0-03D78EFDA72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41087" y="2165388"/>
            <a:ext cx="6112197" cy="3416301"/>
          </a:xfrm>
          <a:custGeom>
            <a:avLst/>
            <a:gdLst>
              <a:gd name="connsiteX0" fmla="*/ 0 w 12221210"/>
              <a:gd name="connsiteY0" fmla="*/ 0 h 6832601"/>
              <a:gd name="connsiteX1" fmla="*/ 12221210 w 12221210"/>
              <a:gd name="connsiteY1" fmla="*/ 0 h 6832601"/>
              <a:gd name="connsiteX2" fmla="*/ 12221210 w 12221210"/>
              <a:gd name="connsiteY2" fmla="*/ 6619240 h 6832601"/>
              <a:gd name="connsiteX3" fmla="*/ 12007850 w 12221210"/>
              <a:gd name="connsiteY3" fmla="*/ 6832601 h 6832601"/>
              <a:gd name="connsiteX4" fmla="*/ 213360 w 12221210"/>
              <a:gd name="connsiteY4" fmla="*/ 6832601 h 6832601"/>
              <a:gd name="connsiteX5" fmla="*/ 0 w 12221210"/>
              <a:gd name="connsiteY5" fmla="*/ 6619240 h 683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1210" h="6832601">
                <a:moveTo>
                  <a:pt x="0" y="0"/>
                </a:moveTo>
                <a:lnTo>
                  <a:pt x="12221210" y="0"/>
                </a:lnTo>
                <a:lnTo>
                  <a:pt x="12221210" y="6619240"/>
                </a:lnTo>
                <a:cubicBezTo>
                  <a:pt x="12221210" y="6737351"/>
                  <a:pt x="12125960" y="6832601"/>
                  <a:pt x="12007850" y="6832601"/>
                </a:cubicBezTo>
                <a:lnTo>
                  <a:pt x="213360" y="6832601"/>
                </a:lnTo>
                <a:cubicBezTo>
                  <a:pt x="96520" y="6832601"/>
                  <a:pt x="0" y="6736080"/>
                  <a:pt x="0" y="66192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5573516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3F33933-7FA2-DA8E-2A3F-8A2A41D3E7EA}"/>
              </a:ext>
            </a:extLst>
          </p:cNvPr>
          <p:cNvSpPr/>
          <p:nvPr/>
        </p:nvSpPr>
        <p:spPr>
          <a:xfrm>
            <a:off x="6672415" y="1865666"/>
            <a:ext cx="1822925" cy="3717925"/>
          </a:xfrm>
          <a:custGeom>
            <a:avLst/>
            <a:gdLst>
              <a:gd name="connsiteX0" fmla="*/ 543561 w 3644900"/>
              <a:gd name="connsiteY0" fmla="*/ 7434580 h 7435850"/>
              <a:gd name="connsiteX1" fmla="*/ 0 w 3644900"/>
              <a:gd name="connsiteY1" fmla="*/ 6891020 h 7435850"/>
              <a:gd name="connsiteX2" fmla="*/ 0 w 3644900"/>
              <a:gd name="connsiteY2" fmla="*/ 543560 h 7435850"/>
              <a:gd name="connsiteX3" fmla="*/ 543561 w 3644900"/>
              <a:gd name="connsiteY3" fmla="*/ 0 h 7435850"/>
              <a:gd name="connsiteX4" fmla="*/ 3101340 w 3644900"/>
              <a:gd name="connsiteY4" fmla="*/ 0 h 7435850"/>
              <a:gd name="connsiteX5" fmla="*/ 3644900 w 3644900"/>
              <a:gd name="connsiteY5" fmla="*/ 543560 h 7435850"/>
              <a:gd name="connsiteX6" fmla="*/ 3644900 w 3644900"/>
              <a:gd name="connsiteY6" fmla="*/ 6892291 h 7435850"/>
              <a:gd name="connsiteX7" fmla="*/ 3101340 w 3644900"/>
              <a:gd name="connsiteY7" fmla="*/ 7435850 h 7435850"/>
              <a:gd name="connsiteX8" fmla="*/ 543561 w 3644900"/>
              <a:gd name="connsiteY8" fmla="*/ 7435850 h 743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44900" h="7435850">
                <a:moveTo>
                  <a:pt x="543561" y="7434580"/>
                </a:moveTo>
                <a:cubicBezTo>
                  <a:pt x="243839" y="7434580"/>
                  <a:pt x="0" y="7190741"/>
                  <a:pt x="0" y="6891020"/>
                </a:cubicBezTo>
                <a:lnTo>
                  <a:pt x="0" y="543560"/>
                </a:lnTo>
                <a:cubicBezTo>
                  <a:pt x="0" y="243840"/>
                  <a:pt x="243839" y="0"/>
                  <a:pt x="543561" y="0"/>
                </a:cubicBezTo>
                <a:lnTo>
                  <a:pt x="3101340" y="0"/>
                </a:lnTo>
                <a:cubicBezTo>
                  <a:pt x="3401061" y="0"/>
                  <a:pt x="3644900" y="243840"/>
                  <a:pt x="3644900" y="543560"/>
                </a:cubicBezTo>
                <a:lnTo>
                  <a:pt x="3644900" y="6892291"/>
                </a:lnTo>
                <a:cubicBezTo>
                  <a:pt x="3644900" y="7192010"/>
                  <a:pt x="3401061" y="7435850"/>
                  <a:pt x="3101340" y="7435850"/>
                </a:cubicBezTo>
                <a:lnTo>
                  <a:pt x="543561" y="7435850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15" name="Graphic 3">
            <a:extLst>
              <a:ext uri="{FF2B5EF4-FFF2-40B4-BE49-F238E27FC236}">
                <a16:creationId xmlns:a16="http://schemas.microsoft.com/office/drawing/2014/main" id="{3A5F1725-DF50-6CDE-AADB-6E0B45E0E333}"/>
              </a:ext>
            </a:extLst>
          </p:cNvPr>
          <p:cNvGrpSpPr/>
          <p:nvPr/>
        </p:nvGrpSpPr>
        <p:grpSpPr>
          <a:xfrm>
            <a:off x="344260" y="1863130"/>
            <a:ext cx="6110926" cy="3721735"/>
            <a:chOff x="688340" y="3235960"/>
            <a:chExt cx="12218669" cy="7443470"/>
          </a:xfrm>
        </p:grpSpPr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C367F1CE-1E84-A76C-8FE3-1170FFE6E97D}"/>
                </a:ext>
              </a:extLst>
            </p:cNvPr>
            <p:cNvGrpSpPr/>
            <p:nvPr/>
          </p:nvGrpSpPr>
          <p:grpSpPr>
            <a:xfrm>
              <a:off x="688340" y="3235960"/>
              <a:ext cx="12218669" cy="7443470"/>
              <a:chOff x="688340" y="3235960"/>
              <a:chExt cx="12218669" cy="7443470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762E58D-D23B-1805-73C1-C3C45E5A9220}"/>
                  </a:ext>
                </a:extLst>
              </p:cNvPr>
              <p:cNvSpPr/>
              <p:nvPr/>
            </p:nvSpPr>
            <p:spPr>
              <a:xfrm>
                <a:off x="688340" y="3235960"/>
                <a:ext cx="12218669" cy="7443470"/>
              </a:xfrm>
              <a:custGeom>
                <a:avLst/>
                <a:gdLst>
                  <a:gd name="connsiteX0" fmla="*/ 214630 w 12218669"/>
                  <a:gd name="connsiteY0" fmla="*/ 0 h 7443470"/>
                  <a:gd name="connsiteX1" fmla="*/ 0 w 12218669"/>
                  <a:gd name="connsiteY1" fmla="*/ 214630 h 7443470"/>
                  <a:gd name="connsiteX2" fmla="*/ 0 w 12218669"/>
                  <a:gd name="connsiteY2" fmla="*/ 7228840 h 7443470"/>
                  <a:gd name="connsiteX3" fmla="*/ 214630 w 12218669"/>
                  <a:gd name="connsiteY3" fmla="*/ 7443471 h 7443470"/>
                  <a:gd name="connsiteX4" fmla="*/ 12004040 w 12218669"/>
                  <a:gd name="connsiteY4" fmla="*/ 7443471 h 7443470"/>
                  <a:gd name="connsiteX5" fmla="*/ 12218670 w 12218669"/>
                  <a:gd name="connsiteY5" fmla="*/ 7228840 h 7443470"/>
                  <a:gd name="connsiteX6" fmla="*/ 12218670 w 12218669"/>
                  <a:gd name="connsiteY6" fmla="*/ 214630 h 7443470"/>
                  <a:gd name="connsiteX7" fmla="*/ 12004040 w 12218669"/>
                  <a:gd name="connsiteY7" fmla="*/ 0 h 7443470"/>
                  <a:gd name="connsiteX8" fmla="*/ 214630 w 12218669"/>
                  <a:gd name="connsiteY8" fmla="*/ 0 h 744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8669" h="7443470">
                    <a:moveTo>
                      <a:pt x="214630" y="0"/>
                    </a:moveTo>
                    <a:cubicBezTo>
                      <a:pt x="96520" y="0"/>
                      <a:pt x="0" y="96520"/>
                      <a:pt x="0" y="214630"/>
                    </a:cubicBezTo>
                    <a:lnTo>
                      <a:pt x="0" y="7228840"/>
                    </a:lnTo>
                    <a:cubicBezTo>
                      <a:pt x="0" y="7348221"/>
                      <a:pt x="96520" y="7443471"/>
                      <a:pt x="214630" y="7443471"/>
                    </a:cubicBezTo>
                    <a:lnTo>
                      <a:pt x="12004040" y="7443471"/>
                    </a:lnTo>
                    <a:cubicBezTo>
                      <a:pt x="12122150" y="7443471"/>
                      <a:pt x="12218670" y="7346950"/>
                      <a:pt x="12218670" y="7228840"/>
                    </a:cubicBezTo>
                    <a:lnTo>
                      <a:pt x="12218670" y="214630"/>
                    </a:lnTo>
                    <a:cubicBezTo>
                      <a:pt x="12218670" y="95250"/>
                      <a:pt x="12122150" y="0"/>
                      <a:pt x="12004040" y="0"/>
                    </a:cubicBezTo>
                    <a:lnTo>
                      <a:pt x="21463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D9F4095-AB2B-4AD0-1114-FC03628FA9A2}"/>
                  </a:ext>
                </a:extLst>
              </p:cNvPr>
              <p:cNvSpPr/>
              <p:nvPr/>
            </p:nvSpPr>
            <p:spPr>
              <a:xfrm>
                <a:off x="3144520" y="3415029"/>
                <a:ext cx="9272270" cy="264160"/>
              </a:xfrm>
              <a:custGeom>
                <a:avLst/>
                <a:gdLst>
                  <a:gd name="connsiteX0" fmla="*/ 9140190 w 9272270"/>
                  <a:gd name="connsiteY0" fmla="*/ 264160 h 264160"/>
                  <a:gd name="connsiteX1" fmla="*/ 132080 w 9272270"/>
                  <a:gd name="connsiteY1" fmla="*/ 264160 h 264160"/>
                  <a:gd name="connsiteX2" fmla="*/ 0 w 9272270"/>
                  <a:gd name="connsiteY2" fmla="*/ 132080 h 264160"/>
                  <a:gd name="connsiteX3" fmla="*/ 132080 w 9272270"/>
                  <a:gd name="connsiteY3" fmla="*/ 0 h 264160"/>
                  <a:gd name="connsiteX4" fmla="*/ 9140190 w 9272270"/>
                  <a:gd name="connsiteY4" fmla="*/ 0 h 264160"/>
                  <a:gd name="connsiteX5" fmla="*/ 9272270 w 9272270"/>
                  <a:gd name="connsiteY5" fmla="*/ 132080 h 264160"/>
                  <a:gd name="connsiteX6" fmla="*/ 9140190 w 9272270"/>
                  <a:gd name="connsiteY6" fmla="*/ 264160 h 264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72270" h="264160">
                    <a:moveTo>
                      <a:pt x="9140190" y="264160"/>
                    </a:moveTo>
                    <a:lnTo>
                      <a:pt x="132080" y="264160"/>
                    </a:lnTo>
                    <a:cubicBezTo>
                      <a:pt x="59690" y="264160"/>
                      <a:pt x="0" y="205740"/>
                      <a:pt x="0" y="132080"/>
                    </a:cubicBezTo>
                    <a:cubicBezTo>
                      <a:pt x="0" y="59690"/>
                      <a:pt x="58420" y="0"/>
                      <a:pt x="132080" y="0"/>
                    </a:cubicBezTo>
                    <a:lnTo>
                      <a:pt x="9140190" y="0"/>
                    </a:lnTo>
                    <a:cubicBezTo>
                      <a:pt x="9212580" y="0"/>
                      <a:pt x="9272270" y="58420"/>
                      <a:pt x="9272270" y="132080"/>
                    </a:cubicBezTo>
                    <a:cubicBezTo>
                      <a:pt x="9272270" y="204470"/>
                      <a:pt x="9213850" y="264160"/>
                      <a:pt x="9140190" y="26416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60D5F2F-271C-932A-6AF9-AAF6AB627C96}"/>
                  </a:ext>
                </a:extLst>
              </p:cNvPr>
              <p:cNvSpPr/>
              <p:nvPr/>
            </p:nvSpPr>
            <p:spPr>
              <a:xfrm>
                <a:off x="12642850" y="3440429"/>
                <a:ext cx="53340" cy="213360"/>
              </a:xfrm>
              <a:custGeom>
                <a:avLst/>
                <a:gdLst>
                  <a:gd name="connsiteX0" fmla="*/ 26670 w 53340"/>
                  <a:gd name="connsiteY0" fmla="*/ 53340 h 213360"/>
                  <a:gd name="connsiteX1" fmla="*/ 7620 w 53340"/>
                  <a:gd name="connsiteY1" fmla="*/ 45720 h 213360"/>
                  <a:gd name="connsiteX2" fmla="*/ 0 w 53340"/>
                  <a:gd name="connsiteY2" fmla="*/ 26670 h 213360"/>
                  <a:gd name="connsiteX3" fmla="*/ 7620 w 53340"/>
                  <a:gd name="connsiteY3" fmla="*/ 7620 h 213360"/>
                  <a:gd name="connsiteX4" fmla="*/ 26670 w 53340"/>
                  <a:gd name="connsiteY4" fmla="*/ 0 h 213360"/>
                  <a:gd name="connsiteX5" fmla="*/ 45720 w 53340"/>
                  <a:gd name="connsiteY5" fmla="*/ 7620 h 213360"/>
                  <a:gd name="connsiteX6" fmla="*/ 53340 w 53340"/>
                  <a:gd name="connsiteY6" fmla="*/ 26670 h 213360"/>
                  <a:gd name="connsiteX7" fmla="*/ 45720 w 53340"/>
                  <a:gd name="connsiteY7" fmla="*/ 45720 h 213360"/>
                  <a:gd name="connsiteX8" fmla="*/ 26670 w 53340"/>
                  <a:gd name="connsiteY8" fmla="*/ 53340 h 213360"/>
                  <a:gd name="connsiteX9" fmla="*/ 26670 w 53340"/>
                  <a:gd name="connsiteY9" fmla="*/ 133350 h 213360"/>
                  <a:gd name="connsiteX10" fmla="*/ 7620 w 53340"/>
                  <a:gd name="connsiteY10" fmla="*/ 125730 h 213360"/>
                  <a:gd name="connsiteX11" fmla="*/ 0 w 53340"/>
                  <a:gd name="connsiteY11" fmla="*/ 106680 h 213360"/>
                  <a:gd name="connsiteX12" fmla="*/ 7620 w 53340"/>
                  <a:gd name="connsiteY12" fmla="*/ 87630 h 213360"/>
                  <a:gd name="connsiteX13" fmla="*/ 26670 w 53340"/>
                  <a:gd name="connsiteY13" fmla="*/ 80010 h 213360"/>
                  <a:gd name="connsiteX14" fmla="*/ 45720 w 53340"/>
                  <a:gd name="connsiteY14" fmla="*/ 87630 h 213360"/>
                  <a:gd name="connsiteX15" fmla="*/ 53340 w 53340"/>
                  <a:gd name="connsiteY15" fmla="*/ 106680 h 213360"/>
                  <a:gd name="connsiteX16" fmla="*/ 45720 w 53340"/>
                  <a:gd name="connsiteY16" fmla="*/ 125730 h 213360"/>
                  <a:gd name="connsiteX17" fmla="*/ 26670 w 53340"/>
                  <a:gd name="connsiteY17" fmla="*/ 133350 h 213360"/>
                  <a:gd name="connsiteX18" fmla="*/ 26670 w 53340"/>
                  <a:gd name="connsiteY18" fmla="*/ 213360 h 213360"/>
                  <a:gd name="connsiteX19" fmla="*/ 7620 w 53340"/>
                  <a:gd name="connsiteY19" fmla="*/ 205740 h 213360"/>
                  <a:gd name="connsiteX20" fmla="*/ 0 w 53340"/>
                  <a:gd name="connsiteY20" fmla="*/ 186690 h 213360"/>
                  <a:gd name="connsiteX21" fmla="*/ 7620 w 53340"/>
                  <a:gd name="connsiteY21" fmla="*/ 167640 h 213360"/>
                  <a:gd name="connsiteX22" fmla="*/ 26670 w 53340"/>
                  <a:gd name="connsiteY22" fmla="*/ 160020 h 213360"/>
                  <a:gd name="connsiteX23" fmla="*/ 45720 w 53340"/>
                  <a:gd name="connsiteY23" fmla="*/ 167640 h 213360"/>
                  <a:gd name="connsiteX24" fmla="*/ 53340 w 53340"/>
                  <a:gd name="connsiteY24" fmla="*/ 186690 h 213360"/>
                  <a:gd name="connsiteX25" fmla="*/ 45720 w 53340"/>
                  <a:gd name="connsiteY25" fmla="*/ 205740 h 213360"/>
                  <a:gd name="connsiteX26" fmla="*/ 26670 w 53340"/>
                  <a:gd name="connsiteY26" fmla="*/ 21336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" h="213360">
                    <a:moveTo>
                      <a:pt x="26670" y="53340"/>
                    </a:moveTo>
                    <a:cubicBezTo>
                      <a:pt x="19050" y="53340"/>
                      <a:pt x="12700" y="50800"/>
                      <a:pt x="7620" y="45720"/>
                    </a:cubicBezTo>
                    <a:cubicBezTo>
                      <a:pt x="2540" y="40640"/>
                      <a:pt x="0" y="34290"/>
                      <a:pt x="0" y="26670"/>
                    </a:cubicBezTo>
                    <a:cubicBezTo>
                      <a:pt x="0" y="19050"/>
                      <a:pt x="2540" y="12700"/>
                      <a:pt x="7620" y="7620"/>
                    </a:cubicBezTo>
                    <a:cubicBezTo>
                      <a:pt x="12700" y="2540"/>
                      <a:pt x="19050" y="0"/>
                      <a:pt x="26670" y="0"/>
                    </a:cubicBezTo>
                    <a:cubicBezTo>
                      <a:pt x="34290" y="0"/>
                      <a:pt x="40640" y="2540"/>
                      <a:pt x="45720" y="7620"/>
                    </a:cubicBezTo>
                    <a:cubicBezTo>
                      <a:pt x="50800" y="12700"/>
                      <a:pt x="53340" y="19050"/>
                      <a:pt x="53340" y="26670"/>
                    </a:cubicBezTo>
                    <a:cubicBezTo>
                      <a:pt x="53340" y="34290"/>
                      <a:pt x="50800" y="40640"/>
                      <a:pt x="45720" y="45720"/>
                    </a:cubicBezTo>
                    <a:cubicBezTo>
                      <a:pt x="39370" y="50800"/>
                      <a:pt x="33020" y="53340"/>
                      <a:pt x="26670" y="53340"/>
                    </a:cubicBezTo>
                    <a:moveTo>
                      <a:pt x="26670" y="133350"/>
                    </a:moveTo>
                    <a:cubicBezTo>
                      <a:pt x="19050" y="133350"/>
                      <a:pt x="12700" y="130810"/>
                      <a:pt x="7620" y="125730"/>
                    </a:cubicBezTo>
                    <a:cubicBezTo>
                      <a:pt x="2540" y="120650"/>
                      <a:pt x="0" y="114300"/>
                      <a:pt x="0" y="106680"/>
                    </a:cubicBezTo>
                    <a:cubicBezTo>
                      <a:pt x="0" y="99060"/>
                      <a:pt x="2540" y="92710"/>
                      <a:pt x="7620" y="87630"/>
                    </a:cubicBezTo>
                    <a:cubicBezTo>
                      <a:pt x="12700" y="82550"/>
                      <a:pt x="19050" y="80010"/>
                      <a:pt x="26670" y="80010"/>
                    </a:cubicBezTo>
                    <a:cubicBezTo>
                      <a:pt x="34290" y="80010"/>
                      <a:pt x="40640" y="82550"/>
                      <a:pt x="45720" y="87630"/>
                    </a:cubicBezTo>
                    <a:cubicBezTo>
                      <a:pt x="50800" y="92710"/>
                      <a:pt x="53340" y="99060"/>
                      <a:pt x="53340" y="106680"/>
                    </a:cubicBezTo>
                    <a:cubicBezTo>
                      <a:pt x="53340" y="114300"/>
                      <a:pt x="50800" y="120650"/>
                      <a:pt x="45720" y="125730"/>
                    </a:cubicBezTo>
                    <a:cubicBezTo>
                      <a:pt x="39370" y="130810"/>
                      <a:pt x="33020" y="133350"/>
                      <a:pt x="26670" y="133350"/>
                    </a:cubicBezTo>
                    <a:moveTo>
                      <a:pt x="26670" y="213360"/>
                    </a:moveTo>
                    <a:cubicBezTo>
                      <a:pt x="19050" y="213360"/>
                      <a:pt x="12700" y="210820"/>
                      <a:pt x="7620" y="205740"/>
                    </a:cubicBezTo>
                    <a:cubicBezTo>
                      <a:pt x="2540" y="200660"/>
                      <a:pt x="0" y="194310"/>
                      <a:pt x="0" y="186690"/>
                    </a:cubicBezTo>
                    <a:cubicBezTo>
                      <a:pt x="0" y="179070"/>
                      <a:pt x="2540" y="172720"/>
                      <a:pt x="7620" y="167640"/>
                    </a:cubicBezTo>
                    <a:cubicBezTo>
                      <a:pt x="12700" y="162560"/>
                      <a:pt x="19050" y="160020"/>
                      <a:pt x="26670" y="160020"/>
                    </a:cubicBezTo>
                    <a:cubicBezTo>
                      <a:pt x="34290" y="160020"/>
                      <a:pt x="40640" y="162560"/>
                      <a:pt x="45720" y="167640"/>
                    </a:cubicBezTo>
                    <a:cubicBezTo>
                      <a:pt x="50800" y="172720"/>
                      <a:pt x="53340" y="179070"/>
                      <a:pt x="53340" y="186690"/>
                    </a:cubicBezTo>
                    <a:cubicBezTo>
                      <a:pt x="53340" y="194310"/>
                      <a:pt x="50800" y="200660"/>
                      <a:pt x="45720" y="205740"/>
                    </a:cubicBezTo>
                    <a:cubicBezTo>
                      <a:pt x="39370" y="210820"/>
                      <a:pt x="33020" y="213360"/>
                      <a:pt x="26670" y="213360"/>
                    </a:cubicBezTo>
                  </a:path>
                </a:pathLst>
              </a:custGeom>
              <a:solidFill>
                <a:srgbClr val="001E6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7D0612F-FAAE-2C4D-26F5-83A5CD882FF6}"/>
                  </a:ext>
                </a:extLst>
              </p:cNvPr>
              <p:cNvSpPr/>
              <p:nvPr/>
            </p:nvSpPr>
            <p:spPr>
              <a:xfrm rot="-2433542">
                <a:off x="912878" y="3461907"/>
                <a:ext cx="170171" cy="170171"/>
              </a:xfrm>
              <a:custGeom>
                <a:avLst/>
                <a:gdLst>
                  <a:gd name="connsiteX0" fmla="*/ 170172 w 170171"/>
                  <a:gd name="connsiteY0" fmla="*/ 85086 h 170171"/>
                  <a:gd name="connsiteX1" fmla="*/ 85086 w 170171"/>
                  <a:gd name="connsiteY1" fmla="*/ 170172 h 170171"/>
                  <a:gd name="connsiteX2" fmla="*/ 0 w 170171"/>
                  <a:gd name="connsiteY2" fmla="*/ 85086 h 170171"/>
                  <a:gd name="connsiteX3" fmla="*/ 85086 w 170171"/>
                  <a:gd name="connsiteY3" fmla="*/ 0 h 170171"/>
                  <a:gd name="connsiteX4" fmla="*/ 170172 w 170171"/>
                  <a:gd name="connsiteY4" fmla="*/ 85086 h 17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1" h="170171">
                    <a:moveTo>
                      <a:pt x="170172" y="85086"/>
                    </a:moveTo>
                    <a:cubicBezTo>
                      <a:pt x="170172" y="132078"/>
                      <a:pt x="132078" y="170172"/>
                      <a:pt x="85086" y="170172"/>
                    </a:cubicBezTo>
                    <a:cubicBezTo>
                      <a:pt x="38094" y="170172"/>
                      <a:pt x="0" y="132078"/>
                      <a:pt x="0" y="85086"/>
                    </a:cubicBezTo>
                    <a:cubicBezTo>
                      <a:pt x="0" y="38094"/>
                      <a:pt x="38094" y="0"/>
                      <a:pt x="85086" y="0"/>
                    </a:cubicBezTo>
                    <a:cubicBezTo>
                      <a:pt x="132078" y="0"/>
                      <a:pt x="170172" y="38094"/>
                      <a:pt x="170172" y="85086"/>
                    </a:cubicBezTo>
                    <a:close/>
                  </a:path>
                </a:pathLst>
              </a:custGeom>
              <a:noFill/>
              <a:ln w="12699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84AC6A-C6BF-1198-0ED6-DD9A40FD679D}"/>
                  </a:ext>
                </a:extLst>
              </p:cNvPr>
              <p:cNvSpPr/>
              <p:nvPr/>
            </p:nvSpPr>
            <p:spPr>
              <a:xfrm rot="-2278891">
                <a:off x="1165722" y="3461943"/>
                <a:ext cx="170177" cy="170177"/>
              </a:xfrm>
              <a:custGeom>
                <a:avLst/>
                <a:gdLst>
                  <a:gd name="connsiteX0" fmla="*/ 170178 w 170177"/>
                  <a:gd name="connsiteY0" fmla="*/ 85089 h 170177"/>
                  <a:gd name="connsiteX1" fmla="*/ 85089 w 170177"/>
                  <a:gd name="connsiteY1" fmla="*/ 170178 h 170177"/>
                  <a:gd name="connsiteX2" fmla="*/ 0 w 170177"/>
                  <a:gd name="connsiteY2" fmla="*/ 85089 h 170177"/>
                  <a:gd name="connsiteX3" fmla="*/ 85089 w 170177"/>
                  <a:gd name="connsiteY3" fmla="*/ 0 h 170177"/>
                  <a:gd name="connsiteX4" fmla="*/ 170178 w 170177"/>
                  <a:gd name="connsiteY4" fmla="*/ 85089 h 170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7" h="170177">
                    <a:moveTo>
                      <a:pt x="170178" y="85089"/>
                    </a:moveTo>
                    <a:cubicBezTo>
                      <a:pt x="170178" y="132082"/>
                      <a:pt x="132082" y="170178"/>
                      <a:pt x="85089" y="170178"/>
                    </a:cubicBezTo>
                    <a:cubicBezTo>
                      <a:pt x="38096" y="170178"/>
                      <a:pt x="0" y="132082"/>
                      <a:pt x="0" y="85089"/>
                    </a:cubicBezTo>
                    <a:cubicBezTo>
                      <a:pt x="0" y="38095"/>
                      <a:pt x="38096" y="0"/>
                      <a:pt x="85089" y="0"/>
                    </a:cubicBezTo>
                    <a:cubicBezTo>
                      <a:pt x="132082" y="0"/>
                      <a:pt x="170178" y="38095"/>
                      <a:pt x="170178" y="850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807E33E-FD5D-30F9-C97D-D0E9DFE1351C}"/>
                  </a:ext>
                </a:extLst>
              </p:cNvPr>
              <p:cNvSpPr/>
              <p:nvPr/>
            </p:nvSpPr>
            <p:spPr>
              <a:xfrm rot="-2486193">
                <a:off x="1418502" y="3461993"/>
                <a:ext cx="170182" cy="170182"/>
              </a:xfrm>
              <a:custGeom>
                <a:avLst/>
                <a:gdLst>
                  <a:gd name="connsiteX0" fmla="*/ 170182 w 170182"/>
                  <a:gd name="connsiteY0" fmla="*/ 85091 h 170182"/>
                  <a:gd name="connsiteX1" fmla="*/ 85091 w 170182"/>
                  <a:gd name="connsiteY1" fmla="*/ 170183 h 170182"/>
                  <a:gd name="connsiteX2" fmla="*/ 0 w 170182"/>
                  <a:gd name="connsiteY2" fmla="*/ 85091 h 170182"/>
                  <a:gd name="connsiteX3" fmla="*/ 85091 w 170182"/>
                  <a:gd name="connsiteY3" fmla="*/ 0 h 170182"/>
                  <a:gd name="connsiteX4" fmla="*/ 170182 w 170182"/>
                  <a:gd name="connsiteY4" fmla="*/ 85091 h 17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82" h="170182">
                    <a:moveTo>
                      <a:pt x="170182" y="85091"/>
                    </a:moveTo>
                    <a:cubicBezTo>
                      <a:pt x="170182" y="132086"/>
                      <a:pt x="132086" y="170183"/>
                      <a:pt x="85091" y="170183"/>
                    </a:cubicBezTo>
                    <a:cubicBezTo>
                      <a:pt x="38097" y="170183"/>
                      <a:pt x="0" y="132086"/>
                      <a:pt x="0" y="85091"/>
                    </a:cubicBezTo>
                    <a:cubicBezTo>
                      <a:pt x="0" y="38096"/>
                      <a:pt x="38097" y="0"/>
                      <a:pt x="85091" y="0"/>
                    </a:cubicBezTo>
                    <a:cubicBezTo>
                      <a:pt x="132086" y="0"/>
                      <a:pt x="170182" y="38096"/>
                      <a:pt x="170182" y="8509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401A8E-BA3A-CC95-1AB6-F4138C95A2FF}"/>
                </a:ext>
              </a:extLst>
            </p:cNvPr>
            <p:cNvSpPr/>
            <p:nvPr/>
          </p:nvSpPr>
          <p:spPr>
            <a:xfrm>
              <a:off x="1860550" y="3459479"/>
              <a:ext cx="214629" cy="175260"/>
            </a:xfrm>
            <a:custGeom>
              <a:avLst/>
              <a:gdLst>
                <a:gd name="connsiteX0" fmla="*/ 87630 w 214629"/>
                <a:gd name="connsiteY0" fmla="*/ 175260 h 175260"/>
                <a:gd name="connsiteX1" fmla="*/ 0 w 214629"/>
                <a:gd name="connsiteY1" fmla="*/ 87630 h 175260"/>
                <a:gd name="connsiteX2" fmla="*/ 87630 w 214629"/>
                <a:gd name="connsiteY2" fmla="*/ 0 h 175260"/>
                <a:gd name="connsiteX3" fmla="*/ 214630 w 214629"/>
                <a:gd name="connsiteY3" fmla="*/ 87630 h 175260"/>
                <a:gd name="connsiteX4" fmla="*/ 0 w 214629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29" h="175260">
                  <a:moveTo>
                    <a:pt x="87630" y="175260"/>
                  </a:moveTo>
                  <a:lnTo>
                    <a:pt x="0" y="87630"/>
                  </a:lnTo>
                  <a:lnTo>
                    <a:pt x="87630" y="0"/>
                  </a:lnTo>
                  <a:moveTo>
                    <a:pt x="214630" y="87630"/>
                  </a:moveTo>
                  <a:lnTo>
                    <a:pt x="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8214990-8088-8212-0F94-0A710D982C42}"/>
                </a:ext>
              </a:extLst>
            </p:cNvPr>
            <p:cNvSpPr/>
            <p:nvPr/>
          </p:nvSpPr>
          <p:spPr>
            <a:xfrm>
              <a:off x="2189479" y="3459479"/>
              <a:ext cx="215900" cy="175260"/>
            </a:xfrm>
            <a:custGeom>
              <a:avLst/>
              <a:gdLst>
                <a:gd name="connsiteX0" fmla="*/ 128270 w 215900"/>
                <a:gd name="connsiteY0" fmla="*/ 0 h 175260"/>
                <a:gd name="connsiteX1" fmla="*/ 215900 w 215900"/>
                <a:gd name="connsiteY1" fmla="*/ 87630 h 175260"/>
                <a:gd name="connsiteX2" fmla="*/ 128270 w 215900"/>
                <a:gd name="connsiteY2" fmla="*/ 175260 h 175260"/>
                <a:gd name="connsiteX3" fmla="*/ 0 w 215900"/>
                <a:gd name="connsiteY3" fmla="*/ 87630 h 175260"/>
                <a:gd name="connsiteX4" fmla="*/ 214630 w 215900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00" h="175260">
                  <a:moveTo>
                    <a:pt x="128270" y="0"/>
                  </a:moveTo>
                  <a:lnTo>
                    <a:pt x="215900" y="87630"/>
                  </a:lnTo>
                  <a:lnTo>
                    <a:pt x="128270" y="175260"/>
                  </a:lnTo>
                  <a:moveTo>
                    <a:pt x="0" y="87630"/>
                  </a:moveTo>
                  <a:lnTo>
                    <a:pt x="21463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ADFDA3-9342-3C3C-7FBC-FD9F167AEDF2}"/>
                </a:ext>
              </a:extLst>
            </p:cNvPr>
            <p:cNvSpPr/>
            <p:nvPr/>
          </p:nvSpPr>
          <p:spPr>
            <a:xfrm>
              <a:off x="2694939" y="3455670"/>
              <a:ext cx="161289" cy="180339"/>
            </a:xfrm>
            <a:custGeom>
              <a:avLst/>
              <a:gdLst>
                <a:gd name="connsiteX0" fmla="*/ 161290 w 161289"/>
                <a:gd name="connsiteY0" fmla="*/ 72390 h 180339"/>
                <a:gd name="connsiteX1" fmla="*/ 82550 w 161289"/>
                <a:gd name="connsiteY1" fmla="*/ 15240 h 180339"/>
                <a:gd name="connsiteX2" fmla="*/ 0 w 161289"/>
                <a:gd name="connsiteY2" fmla="*/ 97790 h 180339"/>
                <a:gd name="connsiteX3" fmla="*/ 82550 w 161289"/>
                <a:gd name="connsiteY3" fmla="*/ 180340 h 180339"/>
                <a:gd name="connsiteX4" fmla="*/ 161290 w 161289"/>
                <a:gd name="connsiteY4" fmla="*/ 123190 h 180339"/>
                <a:gd name="connsiteX5" fmla="*/ 161290 w 161289"/>
                <a:gd name="connsiteY5" fmla="*/ 0 h 180339"/>
                <a:gd name="connsiteX6" fmla="*/ 161290 w 161289"/>
                <a:gd name="connsiteY6" fmla="*/ 71120 h 180339"/>
                <a:gd name="connsiteX7" fmla="*/ 90170 w 161289"/>
                <a:gd name="connsiteY7" fmla="*/ 71120 h 1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89" h="180339">
                  <a:moveTo>
                    <a:pt x="161290" y="72390"/>
                  </a:moveTo>
                  <a:cubicBezTo>
                    <a:pt x="151130" y="39370"/>
                    <a:pt x="119380" y="15240"/>
                    <a:pt x="82550" y="15240"/>
                  </a:cubicBezTo>
                  <a:cubicBezTo>
                    <a:pt x="36830" y="15240"/>
                    <a:pt x="0" y="52070"/>
                    <a:pt x="0" y="97790"/>
                  </a:cubicBezTo>
                  <a:cubicBezTo>
                    <a:pt x="0" y="143510"/>
                    <a:pt x="36830" y="180340"/>
                    <a:pt x="82550" y="180340"/>
                  </a:cubicBezTo>
                  <a:cubicBezTo>
                    <a:pt x="119380" y="180340"/>
                    <a:pt x="151130" y="156210"/>
                    <a:pt x="161290" y="123190"/>
                  </a:cubicBezTo>
                  <a:moveTo>
                    <a:pt x="161290" y="0"/>
                  </a:moveTo>
                  <a:lnTo>
                    <a:pt x="161290" y="71120"/>
                  </a:lnTo>
                  <a:lnTo>
                    <a:pt x="90170" y="7112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655A16D-67A7-5E71-1E7E-CC1ECFC245B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732754" y="1925991"/>
            <a:ext cx="1702878" cy="3597275"/>
          </a:xfrm>
          <a:custGeom>
            <a:avLst/>
            <a:gdLst>
              <a:gd name="connsiteX0" fmla="*/ 422911 w 3404870"/>
              <a:gd name="connsiteY0" fmla="*/ 0 h 7194550"/>
              <a:gd name="connsiteX1" fmla="*/ 1055370 w 3404870"/>
              <a:gd name="connsiteY1" fmla="*/ 0 h 7194550"/>
              <a:gd name="connsiteX2" fmla="*/ 1118870 w 3404870"/>
              <a:gd name="connsiteY2" fmla="*/ 63500 h 7194550"/>
              <a:gd name="connsiteX3" fmla="*/ 1118870 w 3404870"/>
              <a:gd name="connsiteY3" fmla="*/ 224790 h 7194550"/>
              <a:gd name="connsiteX4" fmla="*/ 1182370 w 3404870"/>
              <a:gd name="connsiteY4" fmla="*/ 288290 h 7194550"/>
              <a:gd name="connsiteX5" fmla="*/ 2222500 w 3404870"/>
              <a:gd name="connsiteY5" fmla="*/ 288290 h 7194550"/>
              <a:gd name="connsiteX6" fmla="*/ 2286000 w 3404870"/>
              <a:gd name="connsiteY6" fmla="*/ 224790 h 7194550"/>
              <a:gd name="connsiteX7" fmla="*/ 2286000 w 3404870"/>
              <a:gd name="connsiteY7" fmla="*/ 63500 h 7194550"/>
              <a:gd name="connsiteX8" fmla="*/ 2349500 w 3404870"/>
              <a:gd name="connsiteY8" fmla="*/ 0 h 7194550"/>
              <a:gd name="connsiteX9" fmla="*/ 2981961 w 3404870"/>
              <a:gd name="connsiteY9" fmla="*/ 0 h 7194550"/>
              <a:gd name="connsiteX10" fmla="*/ 3404870 w 3404870"/>
              <a:gd name="connsiteY10" fmla="*/ 422910 h 7194550"/>
              <a:gd name="connsiteX11" fmla="*/ 3404870 w 3404870"/>
              <a:gd name="connsiteY11" fmla="*/ 6771640 h 7194550"/>
              <a:gd name="connsiteX12" fmla="*/ 2981961 w 3404870"/>
              <a:gd name="connsiteY12" fmla="*/ 7194550 h 7194550"/>
              <a:gd name="connsiteX13" fmla="*/ 422911 w 3404870"/>
              <a:gd name="connsiteY13" fmla="*/ 7194550 h 7194550"/>
              <a:gd name="connsiteX14" fmla="*/ 0 w 3404870"/>
              <a:gd name="connsiteY14" fmla="*/ 6771640 h 7194550"/>
              <a:gd name="connsiteX15" fmla="*/ 0 w 3404870"/>
              <a:gd name="connsiteY15" fmla="*/ 422910 h 7194550"/>
              <a:gd name="connsiteX16" fmla="*/ 422911 w 3404870"/>
              <a:gd name="connsiteY16" fmla="*/ 0 h 719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04870" h="7194550">
                <a:moveTo>
                  <a:pt x="422911" y="0"/>
                </a:moveTo>
                <a:lnTo>
                  <a:pt x="1055370" y="0"/>
                </a:lnTo>
                <a:cubicBezTo>
                  <a:pt x="1089661" y="0"/>
                  <a:pt x="1118870" y="27940"/>
                  <a:pt x="1118870" y="63500"/>
                </a:cubicBezTo>
                <a:lnTo>
                  <a:pt x="1118870" y="224790"/>
                </a:lnTo>
                <a:cubicBezTo>
                  <a:pt x="1118870" y="259080"/>
                  <a:pt x="1146811" y="288290"/>
                  <a:pt x="1182370" y="288290"/>
                </a:cubicBezTo>
                <a:lnTo>
                  <a:pt x="2222500" y="288290"/>
                </a:lnTo>
                <a:cubicBezTo>
                  <a:pt x="2256790" y="288290"/>
                  <a:pt x="2286000" y="260350"/>
                  <a:pt x="2286000" y="224790"/>
                </a:cubicBezTo>
                <a:lnTo>
                  <a:pt x="2286000" y="63500"/>
                </a:lnTo>
                <a:cubicBezTo>
                  <a:pt x="2286000" y="29210"/>
                  <a:pt x="2313940" y="0"/>
                  <a:pt x="2349500" y="0"/>
                </a:cubicBezTo>
                <a:lnTo>
                  <a:pt x="2981961" y="0"/>
                </a:lnTo>
                <a:cubicBezTo>
                  <a:pt x="3215640" y="0"/>
                  <a:pt x="3404870" y="189230"/>
                  <a:pt x="3404870" y="422910"/>
                </a:cubicBezTo>
                <a:lnTo>
                  <a:pt x="3404870" y="6771640"/>
                </a:lnTo>
                <a:cubicBezTo>
                  <a:pt x="3404870" y="7005320"/>
                  <a:pt x="3215640" y="7194550"/>
                  <a:pt x="2981961" y="7194550"/>
                </a:cubicBezTo>
                <a:lnTo>
                  <a:pt x="422911" y="7194550"/>
                </a:lnTo>
                <a:cubicBezTo>
                  <a:pt x="189230" y="7194550"/>
                  <a:pt x="0" y="7005320"/>
                  <a:pt x="0" y="6771640"/>
                </a:cubicBezTo>
                <a:lnTo>
                  <a:pt x="0" y="422910"/>
                </a:lnTo>
                <a:cubicBezTo>
                  <a:pt x="0" y="189230"/>
                  <a:pt x="189230" y="0"/>
                  <a:pt x="4229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723A97E-E0D4-44BC-6ECE-666062AE7BC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681918" y="1862812"/>
            <a:ext cx="3167887" cy="8183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45E0F4C2-76D3-1617-0CFD-8AD1A4ED9E4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681921" y="2837721"/>
            <a:ext cx="1368199" cy="27547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3CD1EF81-B0A4-1C75-11F9-D04D841A23C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206315" y="2837721"/>
            <a:ext cx="1643490" cy="138351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67649" y="5573516"/>
            <a:ext cx="1827689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68420" y="5573516"/>
            <a:ext cx="2204024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308337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1" y="2690156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1401" y="5687541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72585" y="3700342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CF9F02A-883A-A516-AB45-839EE9F758B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72585" y="4666229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F30715-8164-B9C7-8BE3-28ED480B02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38064" y="6037829"/>
            <a:ext cx="1492362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CFF4DF2-0640-9C3C-D457-F1E695403D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24822" y="6037829"/>
            <a:ext cx="2082488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D931F4C-247D-C2D9-463A-6C99D50E7B8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341402" y="1869282"/>
            <a:ext cx="6639066" cy="820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77BDA4A-E0FC-0A4D-5092-00099189729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41402" y="3185463"/>
            <a:ext cx="2977626" cy="25020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AAA8F1E-07E8-9E35-BB3B-BFBF23738E4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778223" y="3185467"/>
            <a:ext cx="3202245" cy="514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E0154B8F-3005-4A57-B7BA-FD7383745A7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778223" y="4189919"/>
            <a:ext cx="2880620" cy="4763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D13A46E-84FC-2111-D3CC-A3DDD813887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433228" y="1869282"/>
            <a:ext cx="1131112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3057DC91-16CE-8FCE-727E-B78225FBD6BC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9023820" y="1869282"/>
            <a:ext cx="2082487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411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DEB1A74-A2BC-BD73-9CA4-A0990B68CF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797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C949CB-E273-277C-5107-F8ADF667F17F}"/>
              </a:ext>
            </a:extLst>
          </p:cNvPr>
          <p:cNvSpPr/>
          <p:nvPr/>
        </p:nvSpPr>
        <p:spPr>
          <a:xfrm>
            <a:off x="35192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A1F509D-F92A-56A2-4A6E-B6C5DE0C1B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785557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441327C-5FD6-1DD8-E9FC-2FE1BF265652}"/>
              </a:ext>
            </a:extLst>
          </p:cNvPr>
          <p:cNvSpPr/>
          <p:nvPr userDrawn="1"/>
        </p:nvSpPr>
        <p:spPr>
          <a:xfrm>
            <a:off x="2719499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79543B7-4C26-FFEB-3EC2-D935EC07BF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6075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3C451A6-09DF-F421-D19A-10A3B7C85A67}"/>
              </a:ext>
            </a:extLst>
          </p:cNvPr>
          <p:cNvSpPr/>
          <p:nvPr userDrawn="1"/>
        </p:nvSpPr>
        <p:spPr>
          <a:xfrm>
            <a:off x="509470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7E4FB19-5090-EE30-7693-72C59C9FA13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3101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7B5CD72-0DB0-7FD0-453C-EC34506DFF3C}"/>
              </a:ext>
            </a:extLst>
          </p:cNvPr>
          <p:cNvSpPr/>
          <p:nvPr userDrawn="1"/>
        </p:nvSpPr>
        <p:spPr>
          <a:xfrm>
            <a:off x="7467043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61A178B-18E7-5540-C5B3-E864BF90A44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08302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CC2A71B-33D8-1396-367F-E6366D44C7D8}"/>
              </a:ext>
            </a:extLst>
          </p:cNvPr>
          <p:cNvSpPr/>
          <p:nvPr userDrawn="1"/>
        </p:nvSpPr>
        <p:spPr>
          <a:xfrm>
            <a:off x="9842244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6049009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3032536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1180" y="5545042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1E6DFC16-2A7D-6684-1682-4B696D14AD8D}"/>
              </a:ext>
            </a:extLst>
          </p:cNvPr>
          <p:cNvSpPr/>
          <p:nvPr/>
        </p:nvSpPr>
        <p:spPr>
          <a:xfrm>
            <a:off x="4257884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CD83B5D-DBAE-D25F-55BB-FEDFEAF9444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302992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A456064-B113-E2BE-6C47-F3A62FF1FF07}"/>
              </a:ext>
            </a:extLst>
          </p:cNvPr>
          <p:cNvSpPr/>
          <p:nvPr userDrawn="1"/>
        </p:nvSpPr>
        <p:spPr>
          <a:xfrm>
            <a:off x="5813413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82635703-1C88-FAD9-C3B1-43FD34E8567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858521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8FD12831-6803-6FF5-D392-8D02E5002B8A}"/>
              </a:ext>
            </a:extLst>
          </p:cNvPr>
          <p:cNvSpPr/>
          <p:nvPr userDrawn="1"/>
        </p:nvSpPr>
        <p:spPr>
          <a:xfrm>
            <a:off x="7368942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DE738FCA-FC94-01FE-2B23-7B95C6B9EA0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14050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37CF9C99-77A0-5D57-4231-65D47E883EEA}"/>
              </a:ext>
            </a:extLst>
          </p:cNvPr>
          <p:cNvSpPr/>
          <p:nvPr userDrawn="1"/>
        </p:nvSpPr>
        <p:spPr>
          <a:xfrm>
            <a:off x="8924471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92D50B31-0A41-90B5-B746-CF7286941C3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969579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82ADA9AD-974B-0453-827B-5DCAAFB34E5F}"/>
              </a:ext>
            </a:extLst>
          </p:cNvPr>
          <p:cNvSpPr/>
          <p:nvPr userDrawn="1"/>
        </p:nvSpPr>
        <p:spPr>
          <a:xfrm>
            <a:off x="10480000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ED116A0D-C2A6-6E3E-8149-4E71D9E1105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525108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7348-A101-4B71-0335-A0113DB1A0BD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89BF0C6-BB18-DE6C-38CD-C0D7DDE4AD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5570A-7DCB-80E1-393D-BCDBB7B01E09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F072388-04BA-A802-B9A0-8E91D1F79F6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A5895-5B54-08EC-DD0C-737FC0B37CAC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B7F1179-8383-EBCF-EB6C-DFA1879492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23F7E-34F3-B366-C918-A6B82060D623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0330B9-6DA0-9667-1B95-5FF4F81DFF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A7FA6-1E87-DAEE-200C-4C65A7413C92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41DFFF0-BDE5-0D92-7D0D-67D1F2FA04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B2FCE-A4BF-9085-4955-08076FF8D204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5F1EE23-B1AB-242E-AC21-4A12953C02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E910E-F49C-155B-9AB1-3FF9D4352B5A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98AB794-B40C-836B-2A71-B427388591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830396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41FC5D5-EB6E-92CB-B8E7-174FEB19C644}"/>
              </a:ext>
            </a:extLst>
          </p:cNvPr>
          <p:cNvSpPr/>
          <p:nvPr/>
        </p:nvSpPr>
        <p:spPr>
          <a:xfrm>
            <a:off x="336637" y="1873778"/>
            <a:ext cx="7243426" cy="4412615"/>
          </a:xfrm>
          <a:custGeom>
            <a:avLst/>
            <a:gdLst>
              <a:gd name="connsiteX0" fmla="*/ 14199870 w 14483080"/>
              <a:gd name="connsiteY0" fmla="*/ 433070 h 8825229"/>
              <a:gd name="connsiteX1" fmla="*/ 14177010 w 14483080"/>
              <a:gd name="connsiteY1" fmla="*/ 441959 h 8825229"/>
              <a:gd name="connsiteX2" fmla="*/ 14168120 w 14483080"/>
              <a:gd name="connsiteY2" fmla="*/ 464820 h 8825229"/>
              <a:gd name="connsiteX3" fmla="*/ 14177010 w 14483080"/>
              <a:gd name="connsiteY3" fmla="*/ 487680 h 8825229"/>
              <a:gd name="connsiteX4" fmla="*/ 14199870 w 14483080"/>
              <a:gd name="connsiteY4" fmla="*/ 496569 h 8825229"/>
              <a:gd name="connsiteX5" fmla="*/ 14222730 w 14483080"/>
              <a:gd name="connsiteY5" fmla="*/ 487680 h 8825229"/>
              <a:gd name="connsiteX6" fmla="*/ 14231620 w 14483080"/>
              <a:gd name="connsiteY6" fmla="*/ 464820 h 8825229"/>
              <a:gd name="connsiteX7" fmla="*/ 14222730 w 14483080"/>
              <a:gd name="connsiteY7" fmla="*/ 441959 h 8825229"/>
              <a:gd name="connsiteX8" fmla="*/ 14199870 w 14483080"/>
              <a:gd name="connsiteY8" fmla="*/ 433070 h 8825229"/>
              <a:gd name="connsiteX9" fmla="*/ 14199870 w 14483080"/>
              <a:gd name="connsiteY9" fmla="*/ 339090 h 8825229"/>
              <a:gd name="connsiteX10" fmla="*/ 14177010 w 14483080"/>
              <a:gd name="connsiteY10" fmla="*/ 347979 h 8825229"/>
              <a:gd name="connsiteX11" fmla="*/ 14168120 w 14483080"/>
              <a:gd name="connsiteY11" fmla="*/ 370839 h 8825229"/>
              <a:gd name="connsiteX12" fmla="*/ 14177010 w 14483080"/>
              <a:gd name="connsiteY12" fmla="*/ 393699 h 8825229"/>
              <a:gd name="connsiteX13" fmla="*/ 14199870 w 14483080"/>
              <a:gd name="connsiteY13" fmla="*/ 402590 h 8825229"/>
              <a:gd name="connsiteX14" fmla="*/ 14222730 w 14483080"/>
              <a:gd name="connsiteY14" fmla="*/ 393699 h 8825229"/>
              <a:gd name="connsiteX15" fmla="*/ 14231620 w 14483080"/>
              <a:gd name="connsiteY15" fmla="*/ 370839 h 8825229"/>
              <a:gd name="connsiteX16" fmla="*/ 14222730 w 14483080"/>
              <a:gd name="connsiteY16" fmla="*/ 347979 h 8825229"/>
              <a:gd name="connsiteX17" fmla="*/ 14199870 w 14483080"/>
              <a:gd name="connsiteY17" fmla="*/ 339090 h 8825229"/>
              <a:gd name="connsiteX18" fmla="*/ 384287 w 14483080"/>
              <a:gd name="connsiteY18" fmla="*/ 272437 h 8825229"/>
              <a:gd name="connsiteX19" fmla="*/ 344462 w 14483080"/>
              <a:gd name="connsiteY19" fmla="*/ 273611 h 8825229"/>
              <a:gd name="connsiteX20" fmla="*/ 269485 w 14483080"/>
              <a:gd name="connsiteY20" fmla="*/ 394078 h 8825229"/>
              <a:gd name="connsiteX21" fmla="*/ 389951 w 14483080"/>
              <a:gd name="connsiteY21" fmla="*/ 469054 h 8825229"/>
              <a:gd name="connsiteX22" fmla="*/ 464927 w 14483080"/>
              <a:gd name="connsiteY22" fmla="*/ 348587 h 8825229"/>
              <a:gd name="connsiteX23" fmla="*/ 384287 w 14483080"/>
              <a:gd name="connsiteY23" fmla="*/ 272437 h 8825229"/>
              <a:gd name="connsiteX24" fmla="*/ 683903 w 14483080"/>
              <a:gd name="connsiteY24" fmla="*/ 272042 h 8825229"/>
              <a:gd name="connsiteX25" fmla="*/ 644077 w 14483080"/>
              <a:gd name="connsiteY25" fmla="*/ 273099 h 8825229"/>
              <a:gd name="connsiteX26" fmla="*/ 568751 w 14483080"/>
              <a:gd name="connsiteY26" fmla="*/ 393333 h 8825229"/>
              <a:gd name="connsiteX27" fmla="*/ 688985 w 14483080"/>
              <a:gd name="connsiteY27" fmla="*/ 468662 h 8825229"/>
              <a:gd name="connsiteX28" fmla="*/ 764313 w 14483080"/>
              <a:gd name="connsiteY28" fmla="*/ 348426 h 8825229"/>
              <a:gd name="connsiteX29" fmla="*/ 683903 w 14483080"/>
              <a:gd name="connsiteY29" fmla="*/ 272042 h 8825229"/>
              <a:gd name="connsiteX30" fmla="*/ 966470 w 14483080"/>
              <a:gd name="connsiteY30" fmla="*/ 270510 h 8825229"/>
              <a:gd name="connsiteX31" fmla="*/ 866140 w 14483080"/>
              <a:gd name="connsiteY31" fmla="*/ 370840 h 8825229"/>
              <a:gd name="connsiteX32" fmla="*/ 966470 w 14483080"/>
              <a:gd name="connsiteY32" fmla="*/ 471170 h 8825229"/>
              <a:gd name="connsiteX33" fmla="*/ 1066800 w 14483080"/>
              <a:gd name="connsiteY33" fmla="*/ 370840 h 8825229"/>
              <a:gd name="connsiteX34" fmla="*/ 966470 w 14483080"/>
              <a:gd name="connsiteY34" fmla="*/ 270510 h 8825229"/>
              <a:gd name="connsiteX35" fmla="*/ 14199870 w 14483080"/>
              <a:gd name="connsiteY35" fmla="*/ 243839 h 8825229"/>
              <a:gd name="connsiteX36" fmla="*/ 14177010 w 14483080"/>
              <a:gd name="connsiteY36" fmla="*/ 252729 h 8825229"/>
              <a:gd name="connsiteX37" fmla="*/ 14168120 w 14483080"/>
              <a:gd name="connsiteY37" fmla="*/ 275590 h 8825229"/>
              <a:gd name="connsiteX38" fmla="*/ 14177010 w 14483080"/>
              <a:gd name="connsiteY38" fmla="*/ 298450 h 8825229"/>
              <a:gd name="connsiteX39" fmla="*/ 14199870 w 14483080"/>
              <a:gd name="connsiteY39" fmla="*/ 307339 h 8825229"/>
              <a:gd name="connsiteX40" fmla="*/ 14222730 w 14483080"/>
              <a:gd name="connsiteY40" fmla="*/ 298450 h 8825229"/>
              <a:gd name="connsiteX41" fmla="*/ 14231620 w 14483080"/>
              <a:gd name="connsiteY41" fmla="*/ 275590 h 8825229"/>
              <a:gd name="connsiteX42" fmla="*/ 14222730 w 14483080"/>
              <a:gd name="connsiteY42" fmla="*/ 252729 h 8825229"/>
              <a:gd name="connsiteX43" fmla="*/ 14199870 w 14483080"/>
              <a:gd name="connsiteY43" fmla="*/ 243839 h 8825229"/>
              <a:gd name="connsiteX44" fmla="*/ 3068320 w 14483080"/>
              <a:gd name="connsiteY44" fmla="*/ 214631 h 8825229"/>
              <a:gd name="connsiteX45" fmla="*/ 2912110 w 14483080"/>
              <a:gd name="connsiteY45" fmla="*/ 370841 h 8825229"/>
              <a:gd name="connsiteX46" fmla="*/ 3068320 w 14483080"/>
              <a:gd name="connsiteY46" fmla="*/ 527051 h 8825229"/>
              <a:gd name="connsiteX47" fmla="*/ 13745210 w 14483080"/>
              <a:gd name="connsiteY47" fmla="*/ 527051 h 8825229"/>
              <a:gd name="connsiteX48" fmla="*/ 13901420 w 14483080"/>
              <a:gd name="connsiteY48" fmla="*/ 370841 h 8825229"/>
              <a:gd name="connsiteX49" fmla="*/ 13745210 w 14483080"/>
              <a:gd name="connsiteY49" fmla="*/ 214631 h 8825229"/>
              <a:gd name="connsiteX50" fmla="*/ 255269 w 14483080"/>
              <a:gd name="connsiteY50" fmla="*/ 0 h 8825229"/>
              <a:gd name="connsiteX51" fmla="*/ 14227808 w 14483080"/>
              <a:gd name="connsiteY51" fmla="*/ 0 h 8825229"/>
              <a:gd name="connsiteX52" fmla="*/ 14483080 w 14483080"/>
              <a:gd name="connsiteY52" fmla="*/ 255269 h 8825229"/>
              <a:gd name="connsiteX53" fmla="*/ 14483080 w 14483080"/>
              <a:gd name="connsiteY53" fmla="*/ 8569959 h 8825229"/>
              <a:gd name="connsiteX54" fmla="*/ 14227808 w 14483080"/>
              <a:gd name="connsiteY54" fmla="*/ 8825229 h 8825229"/>
              <a:gd name="connsiteX55" fmla="*/ 255269 w 14483080"/>
              <a:gd name="connsiteY55" fmla="*/ 8825229 h 8825229"/>
              <a:gd name="connsiteX56" fmla="*/ 0 w 14483080"/>
              <a:gd name="connsiteY56" fmla="*/ 8569959 h 8825229"/>
              <a:gd name="connsiteX57" fmla="*/ 0 w 14483080"/>
              <a:gd name="connsiteY57" fmla="*/ 256540 h 8825229"/>
              <a:gd name="connsiteX58" fmla="*/ 255269 w 14483080"/>
              <a:gd name="connsiteY58" fmla="*/ 1270 h 882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3080" h="8825229">
                <a:moveTo>
                  <a:pt x="14199870" y="433070"/>
                </a:moveTo>
                <a:cubicBezTo>
                  <a:pt x="14190982" y="433070"/>
                  <a:pt x="14183358" y="435610"/>
                  <a:pt x="14177010" y="441959"/>
                </a:cubicBezTo>
                <a:cubicBezTo>
                  <a:pt x="14170658" y="448309"/>
                  <a:pt x="14168120" y="455929"/>
                  <a:pt x="14168120" y="464820"/>
                </a:cubicBezTo>
                <a:cubicBezTo>
                  <a:pt x="14168120" y="473710"/>
                  <a:pt x="14170658" y="481329"/>
                  <a:pt x="14177010" y="487680"/>
                </a:cubicBezTo>
                <a:cubicBezTo>
                  <a:pt x="14183358" y="494029"/>
                  <a:pt x="14190982" y="496569"/>
                  <a:pt x="14199870" y="496569"/>
                </a:cubicBezTo>
                <a:cubicBezTo>
                  <a:pt x="14208758" y="496569"/>
                  <a:pt x="14215110" y="494029"/>
                  <a:pt x="14222730" y="487680"/>
                </a:cubicBezTo>
                <a:cubicBezTo>
                  <a:pt x="14229082" y="481329"/>
                  <a:pt x="14231620" y="473710"/>
                  <a:pt x="14231620" y="464820"/>
                </a:cubicBezTo>
                <a:cubicBezTo>
                  <a:pt x="14231620" y="455929"/>
                  <a:pt x="14229082" y="448309"/>
                  <a:pt x="14222730" y="441959"/>
                </a:cubicBezTo>
                <a:cubicBezTo>
                  <a:pt x="14216382" y="435610"/>
                  <a:pt x="14208758" y="433070"/>
                  <a:pt x="14199870" y="433070"/>
                </a:cubicBezTo>
                <a:close/>
                <a:moveTo>
                  <a:pt x="14199870" y="339090"/>
                </a:moveTo>
                <a:cubicBezTo>
                  <a:pt x="14190982" y="339090"/>
                  <a:pt x="14183358" y="341629"/>
                  <a:pt x="14177010" y="347979"/>
                </a:cubicBezTo>
                <a:cubicBezTo>
                  <a:pt x="14170658" y="354330"/>
                  <a:pt x="14168120" y="361950"/>
                  <a:pt x="14168120" y="370839"/>
                </a:cubicBezTo>
                <a:cubicBezTo>
                  <a:pt x="14168120" y="379730"/>
                  <a:pt x="14170658" y="387350"/>
                  <a:pt x="14177010" y="393699"/>
                </a:cubicBezTo>
                <a:cubicBezTo>
                  <a:pt x="14183358" y="400049"/>
                  <a:pt x="14190982" y="402590"/>
                  <a:pt x="14199870" y="402590"/>
                </a:cubicBezTo>
                <a:cubicBezTo>
                  <a:pt x="14208758" y="402590"/>
                  <a:pt x="14215110" y="398780"/>
                  <a:pt x="14222730" y="393699"/>
                </a:cubicBezTo>
                <a:cubicBezTo>
                  <a:pt x="14229082" y="387350"/>
                  <a:pt x="14231620" y="379730"/>
                  <a:pt x="14231620" y="370839"/>
                </a:cubicBezTo>
                <a:cubicBezTo>
                  <a:pt x="14231620" y="361950"/>
                  <a:pt x="14229082" y="354330"/>
                  <a:pt x="14222730" y="347979"/>
                </a:cubicBezTo>
                <a:cubicBezTo>
                  <a:pt x="14216382" y="341629"/>
                  <a:pt x="14208758" y="339090"/>
                  <a:pt x="14199870" y="339090"/>
                </a:cubicBezTo>
                <a:close/>
                <a:moveTo>
                  <a:pt x="384287" y="272437"/>
                </a:moveTo>
                <a:cubicBezTo>
                  <a:pt x="371444" y="270213"/>
                  <a:pt x="357955" y="270471"/>
                  <a:pt x="344462" y="273611"/>
                </a:cubicBezTo>
                <a:cubicBezTo>
                  <a:pt x="290492" y="286173"/>
                  <a:pt x="256923" y="340108"/>
                  <a:pt x="269485" y="394078"/>
                </a:cubicBezTo>
                <a:cubicBezTo>
                  <a:pt x="282046" y="448048"/>
                  <a:pt x="335981" y="481616"/>
                  <a:pt x="389951" y="469054"/>
                </a:cubicBezTo>
                <a:cubicBezTo>
                  <a:pt x="443921" y="456492"/>
                  <a:pt x="477489" y="402558"/>
                  <a:pt x="464927" y="348587"/>
                </a:cubicBezTo>
                <a:cubicBezTo>
                  <a:pt x="455506" y="308111"/>
                  <a:pt x="422813" y="279109"/>
                  <a:pt x="384287" y="272437"/>
                </a:cubicBezTo>
                <a:close/>
                <a:moveTo>
                  <a:pt x="683903" y="272042"/>
                </a:moveTo>
                <a:cubicBezTo>
                  <a:pt x="671068" y="269781"/>
                  <a:pt x="657579" y="269998"/>
                  <a:pt x="644077" y="273099"/>
                </a:cubicBezTo>
                <a:cubicBezTo>
                  <a:pt x="590075" y="285499"/>
                  <a:pt x="556349" y="339330"/>
                  <a:pt x="568751" y="393333"/>
                </a:cubicBezTo>
                <a:cubicBezTo>
                  <a:pt x="581151" y="447336"/>
                  <a:pt x="634983" y="481063"/>
                  <a:pt x="688985" y="468662"/>
                </a:cubicBezTo>
                <a:cubicBezTo>
                  <a:pt x="742989" y="456260"/>
                  <a:pt x="776715" y="402429"/>
                  <a:pt x="764313" y="348426"/>
                </a:cubicBezTo>
                <a:cubicBezTo>
                  <a:pt x="755013" y="307924"/>
                  <a:pt x="722408" y="278828"/>
                  <a:pt x="683903" y="272042"/>
                </a:cubicBezTo>
                <a:close/>
                <a:moveTo>
                  <a:pt x="966470" y="270510"/>
                </a:moveTo>
                <a:cubicBezTo>
                  <a:pt x="910590" y="270510"/>
                  <a:pt x="866140" y="314960"/>
                  <a:pt x="866140" y="370840"/>
                </a:cubicBezTo>
                <a:cubicBezTo>
                  <a:pt x="866140" y="426720"/>
                  <a:pt x="910590" y="471170"/>
                  <a:pt x="966470" y="471170"/>
                </a:cubicBezTo>
                <a:cubicBezTo>
                  <a:pt x="1022351" y="471170"/>
                  <a:pt x="1066800" y="426720"/>
                  <a:pt x="1066800" y="370840"/>
                </a:cubicBezTo>
                <a:cubicBezTo>
                  <a:pt x="1066800" y="314960"/>
                  <a:pt x="1022351" y="270510"/>
                  <a:pt x="966470" y="270510"/>
                </a:cubicBezTo>
                <a:close/>
                <a:moveTo>
                  <a:pt x="14199870" y="243839"/>
                </a:moveTo>
                <a:cubicBezTo>
                  <a:pt x="14190982" y="243839"/>
                  <a:pt x="14183358" y="246380"/>
                  <a:pt x="14177010" y="252729"/>
                </a:cubicBezTo>
                <a:cubicBezTo>
                  <a:pt x="14170658" y="259079"/>
                  <a:pt x="14168120" y="266699"/>
                  <a:pt x="14168120" y="275590"/>
                </a:cubicBezTo>
                <a:cubicBezTo>
                  <a:pt x="14168120" y="284480"/>
                  <a:pt x="14170658" y="292099"/>
                  <a:pt x="14177010" y="298450"/>
                </a:cubicBezTo>
                <a:cubicBezTo>
                  <a:pt x="14183358" y="304799"/>
                  <a:pt x="14190982" y="307339"/>
                  <a:pt x="14199870" y="307339"/>
                </a:cubicBezTo>
                <a:cubicBezTo>
                  <a:pt x="14208758" y="307339"/>
                  <a:pt x="14215110" y="304799"/>
                  <a:pt x="14222730" y="298450"/>
                </a:cubicBezTo>
                <a:cubicBezTo>
                  <a:pt x="14229082" y="292099"/>
                  <a:pt x="14231620" y="284480"/>
                  <a:pt x="14231620" y="275590"/>
                </a:cubicBezTo>
                <a:cubicBezTo>
                  <a:pt x="14231620" y="266699"/>
                  <a:pt x="14229082" y="259079"/>
                  <a:pt x="14222730" y="252729"/>
                </a:cubicBezTo>
                <a:cubicBezTo>
                  <a:pt x="14216382" y="246380"/>
                  <a:pt x="14208758" y="243839"/>
                  <a:pt x="14199870" y="243839"/>
                </a:cubicBezTo>
                <a:close/>
                <a:moveTo>
                  <a:pt x="3068320" y="214631"/>
                </a:moveTo>
                <a:cubicBezTo>
                  <a:pt x="2981960" y="214631"/>
                  <a:pt x="2912110" y="284481"/>
                  <a:pt x="2912110" y="370841"/>
                </a:cubicBezTo>
                <a:cubicBezTo>
                  <a:pt x="2912110" y="457201"/>
                  <a:pt x="2981960" y="527051"/>
                  <a:pt x="3068320" y="527051"/>
                </a:cubicBezTo>
                <a:lnTo>
                  <a:pt x="13745210" y="527051"/>
                </a:lnTo>
                <a:cubicBezTo>
                  <a:pt x="13830300" y="527051"/>
                  <a:pt x="13901420" y="457201"/>
                  <a:pt x="13901420" y="370841"/>
                </a:cubicBezTo>
                <a:cubicBezTo>
                  <a:pt x="13901420" y="284481"/>
                  <a:pt x="13831570" y="214631"/>
                  <a:pt x="13745210" y="214631"/>
                </a:cubicBezTo>
                <a:close/>
                <a:moveTo>
                  <a:pt x="255269" y="0"/>
                </a:moveTo>
                <a:lnTo>
                  <a:pt x="14227808" y="0"/>
                </a:lnTo>
                <a:cubicBezTo>
                  <a:pt x="14368780" y="0"/>
                  <a:pt x="14483080" y="114299"/>
                  <a:pt x="14483080" y="255269"/>
                </a:cubicBezTo>
                <a:lnTo>
                  <a:pt x="14483080" y="8569959"/>
                </a:lnTo>
                <a:cubicBezTo>
                  <a:pt x="14483080" y="8710929"/>
                  <a:pt x="14368780" y="8825229"/>
                  <a:pt x="14227808" y="8825229"/>
                </a:cubicBezTo>
                <a:lnTo>
                  <a:pt x="255269" y="8825229"/>
                </a:lnTo>
                <a:cubicBezTo>
                  <a:pt x="114300" y="8825229"/>
                  <a:pt x="0" y="8710929"/>
                  <a:pt x="0" y="8569959"/>
                </a:cubicBezTo>
                <a:lnTo>
                  <a:pt x="0" y="256540"/>
                </a:lnTo>
                <a:cubicBezTo>
                  <a:pt x="0" y="115570"/>
                  <a:pt x="114300" y="1270"/>
                  <a:pt x="255269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2AF6A4-5443-6CFE-E4FC-BE973DB9787C}"/>
              </a:ext>
            </a:extLst>
          </p:cNvPr>
          <p:cNvGrpSpPr/>
          <p:nvPr userDrawn="1"/>
        </p:nvGrpSpPr>
        <p:grpSpPr>
          <a:xfrm>
            <a:off x="1033414" y="2009140"/>
            <a:ext cx="591338" cy="106680"/>
            <a:chOff x="9860915" y="4018279"/>
            <a:chExt cx="1182369" cy="21336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99ECB21-AA66-8C7A-7274-0C2ACDA510B2}"/>
                </a:ext>
              </a:extLst>
            </p:cNvPr>
            <p:cNvSpPr/>
            <p:nvPr userDrawn="1"/>
          </p:nvSpPr>
          <p:spPr>
            <a:xfrm>
              <a:off x="9860915" y="4022089"/>
              <a:ext cx="255269" cy="208280"/>
            </a:xfrm>
            <a:custGeom>
              <a:avLst/>
              <a:gdLst>
                <a:gd name="connsiteX0" fmla="*/ 104140 w 255269"/>
                <a:gd name="connsiteY0" fmla="*/ 208280 h 208280"/>
                <a:gd name="connsiteX1" fmla="*/ 0 w 255269"/>
                <a:gd name="connsiteY1" fmla="*/ 104140 h 208280"/>
                <a:gd name="connsiteX2" fmla="*/ 104140 w 255269"/>
                <a:gd name="connsiteY2" fmla="*/ 0 h 208280"/>
                <a:gd name="connsiteX3" fmla="*/ 255270 w 255269"/>
                <a:gd name="connsiteY3" fmla="*/ 104140 h 208280"/>
                <a:gd name="connsiteX4" fmla="*/ 1270 w 255269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69" h="208280">
                  <a:moveTo>
                    <a:pt x="104140" y="208280"/>
                  </a:moveTo>
                  <a:lnTo>
                    <a:pt x="0" y="104140"/>
                  </a:lnTo>
                  <a:lnTo>
                    <a:pt x="104140" y="0"/>
                  </a:lnTo>
                  <a:moveTo>
                    <a:pt x="255270" y="104140"/>
                  </a:moveTo>
                  <a:lnTo>
                    <a:pt x="127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721869-0B8D-F0A0-8559-008505D1BF4B}"/>
                </a:ext>
              </a:extLst>
            </p:cNvPr>
            <p:cNvSpPr/>
            <p:nvPr userDrawn="1"/>
          </p:nvSpPr>
          <p:spPr>
            <a:xfrm>
              <a:off x="10253344" y="4022089"/>
              <a:ext cx="254000" cy="208280"/>
            </a:xfrm>
            <a:custGeom>
              <a:avLst/>
              <a:gdLst>
                <a:gd name="connsiteX0" fmla="*/ 149861 w 254000"/>
                <a:gd name="connsiteY0" fmla="*/ 0 h 208280"/>
                <a:gd name="connsiteX1" fmla="*/ 254000 w 254000"/>
                <a:gd name="connsiteY1" fmla="*/ 104140 h 208280"/>
                <a:gd name="connsiteX2" fmla="*/ 149861 w 254000"/>
                <a:gd name="connsiteY2" fmla="*/ 208280 h 208280"/>
                <a:gd name="connsiteX3" fmla="*/ 0 w 254000"/>
                <a:gd name="connsiteY3" fmla="*/ 104140 h 208280"/>
                <a:gd name="connsiteX4" fmla="*/ 254000 w 254000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00" h="208280">
                  <a:moveTo>
                    <a:pt x="149861" y="0"/>
                  </a:moveTo>
                  <a:lnTo>
                    <a:pt x="254000" y="104140"/>
                  </a:lnTo>
                  <a:lnTo>
                    <a:pt x="149861" y="208280"/>
                  </a:lnTo>
                  <a:moveTo>
                    <a:pt x="0" y="104140"/>
                  </a:moveTo>
                  <a:lnTo>
                    <a:pt x="25400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77BB60D-FF4D-861F-368F-EC918AFD62BF}"/>
                </a:ext>
              </a:extLst>
            </p:cNvPr>
            <p:cNvSpPr/>
            <p:nvPr userDrawn="1"/>
          </p:nvSpPr>
          <p:spPr>
            <a:xfrm>
              <a:off x="10852784" y="4018279"/>
              <a:ext cx="190500" cy="213360"/>
            </a:xfrm>
            <a:custGeom>
              <a:avLst/>
              <a:gdLst>
                <a:gd name="connsiteX0" fmla="*/ 190500 w 190500"/>
                <a:gd name="connsiteY0" fmla="*/ 85090 h 213360"/>
                <a:gd name="connsiteX1" fmla="*/ 97790 w 190500"/>
                <a:gd name="connsiteY1" fmla="*/ 17780 h 213360"/>
                <a:gd name="connsiteX2" fmla="*/ 0 w 190500"/>
                <a:gd name="connsiteY2" fmla="*/ 115570 h 213360"/>
                <a:gd name="connsiteX3" fmla="*/ 97790 w 190500"/>
                <a:gd name="connsiteY3" fmla="*/ 213360 h 213360"/>
                <a:gd name="connsiteX4" fmla="*/ 190500 w 190500"/>
                <a:gd name="connsiteY4" fmla="*/ 146050 h 213360"/>
                <a:gd name="connsiteX5" fmla="*/ 190500 w 190500"/>
                <a:gd name="connsiteY5" fmla="*/ 0 h 213360"/>
                <a:gd name="connsiteX6" fmla="*/ 190500 w 190500"/>
                <a:gd name="connsiteY6" fmla="*/ 85090 h 213360"/>
                <a:gd name="connsiteX7" fmla="*/ 105410 w 190500"/>
                <a:gd name="connsiteY7" fmla="*/ 8509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213360">
                  <a:moveTo>
                    <a:pt x="190500" y="85090"/>
                  </a:moveTo>
                  <a:cubicBezTo>
                    <a:pt x="177800" y="45720"/>
                    <a:pt x="140970" y="17780"/>
                    <a:pt x="97790" y="17780"/>
                  </a:cubicBezTo>
                  <a:cubicBezTo>
                    <a:pt x="43180" y="17780"/>
                    <a:pt x="0" y="62230"/>
                    <a:pt x="0" y="115570"/>
                  </a:cubicBezTo>
                  <a:cubicBezTo>
                    <a:pt x="0" y="170180"/>
                    <a:pt x="44450" y="213360"/>
                    <a:pt x="97790" y="213360"/>
                  </a:cubicBezTo>
                  <a:cubicBezTo>
                    <a:pt x="140970" y="213360"/>
                    <a:pt x="177800" y="185420"/>
                    <a:pt x="190500" y="146050"/>
                  </a:cubicBezTo>
                  <a:moveTo>
                    <a:pt x="190500" y="0"/>
                  </a:moveTo>
                  <a:lnTo>
                    <a:pt x="190500" y="85090"/>
                  </a:lnTo>
                  <a:lnTo>
                    <a:pt x="105410" y="8509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15F27B37-974E-6F75-2158-F56505382AA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341401" y="2241349"/>
            <a:ext cx="7233899" cy="4040917"/>
          </a:xfrm>
          <a:custGeom>
            <a:avLst/>
            <a:gdLst>
              <a:gd name="connsiteX0" fmla="*/ 0 w 14471649"/>
              <a:gd name="connsiteY0" fmla="*/ 0 h 8086090"/>
              <a:gd name="connsiteX1" fmla="*/ 14471649 w 14471649"/>
              <a:gd name="connsiteY1" fmla="*/ 0 h 8086090"/>
              <a:gd name="connsiteX2" fmla="*/ 14471649 w 14471649"/>
              <a:gd name="connsiteY2" fmla="*/ 7832090 h 8086090"/>
              <a:gd name="connsiteX3" fmla="*/ 14217649 w 14471649"/>
              <a:gd name="connsiteY3" fmla="*/ 8086090 h 8086090"/>
              <a:gd name="connsiteX4" fmla="*/ 254000 w 14471649"/>
              <a:gd name="connsiteY4" fmla="*/ 8086090 h 8086090"/>
              <a:gd name="connsiteX5" fmla="*/ 0 w 14471649"/>
              <a:gd name="connsiteY5" fmla="*/ 7832090 h 808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1649" h="8086090">
                <a:moveTo>
                  <a:pt x="0" y="0"/>
                </a:moveTo>
                <a:lnTo>
                  <a:pt x="14471649" y="0"/>
                </a:lnTo>
                <a:lnTo>
                  <a:pt x="14471649" y="7832090"/>
                </a:lnTo>
                <a:cubicBezTo>
                  <a:pt x="14471649" y="7971790"/>
                  <a:pt x="14357349" y="8086090"/>
                  <a:pt x="14217649" y="8086090"/>
                </a:cubicBezTo>
                <a:lnTo>
                  <a:pt x="254000" y="8086090"/>
                </a:lnTo>
                <a:cubicBezTo>
                  <a:pt x="114300" y="8086090"/>
                  <a:pt x="0" y="7971790"/>
                  <a:pt x="0" y="783209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729326EE-4BB3-C92C-2403-46A478BEE73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8137024" y="1869281"/>
            <a:ext cx="1564095" cy="441710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068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320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405" y="1825625"/>
            <a:ext cx="56783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3" y="1825625"/>
            <a:ext cx="56776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79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17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9B94-1177-0BFF-94BD-AEA7EFD73446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28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5569A4-52DC-1A78-1501-8F2BF63B7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589" y="1861690"/>
            <a:ext cx="11620986" cy="3815849"/>
          </a:xfrm>
        </p:spPr>
        <p:txBody>
          <a:bodyPr anchor="t" anchorCtr="0"/>
          <a:lstStyle>
            <a:lvl1pPr>
              <a:lnSpc>
                <a:spcPts val="8998"/>
              </a:lnSpc>
              <a:defRPr sz="8998" b="0" i="0" spc="-70" baseline="0">
                <a:solidFill>
                  <a:schemeClr val="bg1"/>
                </a:solidFill>
                <a:latin typeface="Everyday Sans 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AF1-9BF4-7B60-4B41-90188FC01F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4110163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3" y="1060707"/>
            <a:ext cx="379987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2273706"/>
            <a:ext cx="2972574" cy="4031085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29313" indent="-219792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2pPr>
            <a:lvl3pPr marL="458628" indent="-22931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3pPr>
            <a:lvl4pPr marL="686355" indent="-218206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4pPr>
            <a:lvl5pPr marL="910905" indent="-22217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C36C26D-B149-8A05-04BC-CBF5FC7D8C6E}"/>
              </a:ext>
            </a:extLst>
          </p:cNvPr>
          <p:cNvSpPr/>
          <p:nvPr/>
        </p:nvSpPr>
        <p:spPr>
          <a:xfrm>
            <a:off x="4247588" y="358696"/>
            <a:ext cx="7944412" cy="2863340"/>
          </a:xfrm>
          <a:custGeom>
            <a:avLst/>
            <a:gdLst>
              <a:gd name="connsiteX0" fmla="*/ 0 w 15989342"/>
              <a:gd name="connsiteY0" fmla="*/ 0 h 5726679"/>
              <a:gd name="connsiteX1" fmla="*/ 15989343 w 15989342"/>
              <a:gd name="connsiteY1" fmla="*/ 0 h 5726679"/>
              <a:gd name="connsiteX2" fmla="*/ 15989343 w 15989342"/>
              <a:gd name="connsiteY2" fmla="*/ 5726680 h 5726679"/>
              <a:gd name="connsiteX3" fmla="*/ 1 w 15989342"/>
              <a:gd name="connsiteY3" fmla="*/ 5726680 h 572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5726679">
                <a:moveTo>
                  <a:pt x="0" y="0"/>
                </a:moveTo>
                <a:lnTo>
                  <a:pt x="15989343" y="0"/>
                </a:lnTo>
                <a:lnTo>
                  <a:pt x="15989343" y="5726680"/>
                </a:lnTo>
                <a:lnTo>
                  <a:pt x="1" y="57266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753EE66-7319-5297-A305-9468F5D905EF}"/>
              </a:ext>
            </a:extLst>
          </p:cNvPr>
          <p:cNvSpPr/>
          <p:nvPr/>
        </p:nvSpPr>
        <p:spPr>
          <a:xfrm>
            <a:off x="4247588" y="3417538"/>
            <a:ext cx="7944412" cy="1346935"/>
          </a:xfrm>
          <a:custGeom>
            <a:avLst/>
            <a:gdLst>
              <a:gd name="connsiteX0" fmla="*/ 0 w 15989342"/>
              <a:gd name="connsiteY0" fmla="*/ 0 h 2693870"/>
              <a:gd name="connsiteX1" fmla="*/ 15989343 w 15989342"/>
              <a:gd name="connsiteY1" fmla="*/ 0 h 2693870"/>
              <a:gd name="connsiteX2" fmla="*/ 15989343 w 15989342"/>
              <a:gd name="connsiteY2" fmla="*/ 2693870 h 2693870"/>
              <a:gd name="connsiteX3" fmla="*/ 1 w 15989342"/>
              <a:gd name="connsiteY3" fmla="*/ 2693870 h 269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2693870">
                <a:moveTo>
                  <a:pt x="0" y="0"/>
                </a:moveTo>
                <a:lnTo>
                  <a:pt x="15989343" y="0"/>
                </a:lnTo>
                <a:lnTo>
                  <a:pt x="15989343" y="2693870"/>
                </a:lnTo>
                <a:lnTo>
                  <a:pt x="1" y="2693870"/>
                </a:lnTo>
                <a:close/>
              </a:path>
            </a:pathLst>
          </a:custGeom>
          <a:solidFill>
            <a:srgbClr val="B2CBF6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856326F-D280-9202-8ADE-A5161E5D5969}"/>
              </a:ext>
            </a:extLst>
          </p:cNvPr>
          <p:cNvSpPr/>
          <p:nvPr/>
        </p:nvSpPr>
        <p:spPr>
          <a:xfrm>
            <a:off x="6190374" y="358699"/>
            <a:ext cx="4450833" cy="1479235"/>
          </a:xfrm>
          <a:custGeom>
            <a:avLst/>
            <a:gdLst>
              <a:gd name="connsiteX0" fmla="*/ 0 w 8899347"/>
              <a:gd name="connsiteY0" fmla="*/ 0 h 2958469"/>
              <a:gd name="connsiteX1" fmla="*/ 782458 w 8899347"/>
              <a:gd name="connsiteY1" fmla="*/ 2958469 h 2958469"/>
              <a:gd name="connsiteX2" fmla="*/ 8118151 w 8899347"/>
              <a:gd name="connsiteY2" fmla="*/ 2958469 h 2958469"/>
              <a:gd name="connsiteX3" fmla="*/ 8899348 w 8899347"/>
              <a:gd name="connsiteY3" fmla="*/ 0 h 2958469"/>
              <a:gd name="connsiteX4" fmla="*/ 0 w 8899347"/>
              <a:gd name="connsiteY4" fmla="*/ 0 h 295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9347" h="2958469">
                <a:moveTo>
                  <a:pt x="0" y="0"/>
                </a:moveTo>
                <a:lnTo>
                  <a:pt x="782458" y="2958469"/>
                </a:lnTo>
                <a:lnTo>
                  <a:pt x="8118151" y="2958469"/>
                </a:lnTo>
                <a:lnTo>
                  <a:pt x="889934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DBB0F58-24D4-EA24-E319-7C4A0F70909F}"/>
              </a:ext>
            </a:extLst>
          </p:cNvPr>
          <p:cNvSpPr/>
          <p:nvPr/>
        </p:nvSpPr>
        <p:spPr>
          <a:xfrm>
            <a:off x="6581386" y="1837933"/>
            <a:ext cx="3668802" cy="1384105"/>
          </a:xfrm>
          <a:custGeom>
            <a:avLst/>
            <a:gdLst>
              <a:gd name="connsiteX0" fmla="*/ 0 w 7335693"/>
              <a:gd name="connsiteY0" fmla="*/ 0 h 2768210"/>
              <a:gd name="connsiteX1" fmla="*/ 732057 w 7335693"/>
              <a:gd name="connsiteY1" fmla="*/ 2768210 h 2768210"/>
              <a:gd name="connsiteX2" fmla="*/ 6603636 w 7335693"/>
              <a:gd name="connsiteY2" fmla="*/ 2768210 h 2768210"/>
              <a:gd name="connsiteX3" fmla="*/ 7335693 w 7335693"/>
              <a:gd name="connsiteY3" fmla="*/ 0 h 2768210"/>
              <a:gd name="connsiteX4" fmla="*/ 0 w 7335693"/>
              <a:gd name="connsiteY4" fmla="*/ 0 h 276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5693" h="2768210">
                <a:moveTo>
                  <a:pt x="0" y="0"/>
                </a:moveTo>
                <a:lnTo>
                  <a:pt x="732057" y="2768210"/>
                </a:lnTo>
                <a:lnTo>
                  <a:pt x="6603636" y="2768210"/>
                </a:lnTo>
                <a:lnTo>
                  <a:pt x="73356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39BB483-3A83-BAFB-EDD2-AD07FD932637}"/>
              </a:ext>
            </a:extLst>
          </p:cNvPr>
          <p:cNvSpPr/>
          <p:nvPr/>
        </p:nvSpPr>
        <p:spPr>
          <a:xfrm>
            <a:off x="6987529" y="3417538"/>
            <a:ext cx="2856523" cy="1346305"/>
          </a:xfrm>
          <a:custGeom>
            <a:avLst/>
            <a:gdLst>
              <a:gd name="connsiteX0" fmla="*/ 0 w 5711559"/>
              <a:gd name="connsiteY0" fmla="*/ 0 h 2692610"/>
              <a:gd name="connsiteX1" fmla="*/ 711897 w 5711559"/>
              <a:gd name="connsiteY1" fmla="*/ 2692611 h 2692610"/>
              <a:gd name="connsiteX2" fmla="*/ 4999662 w 5711559"/>
              <a:gd name="connsiteY2" fmla="*/ 2692611 h 2692610"/>
              <a:gd name="connsiteX3" fmla="*/ 5711560 w 5711559"/>
              <a:gd name="connsiteY3" fmla="*/ 0 h 2692610"/>
              <a:gd name="connsiteX4" fmla="*/ 0 w 5711559"/>
              <a:gd name="connsiteY4" fmla="*/ 0 h 269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1559" h="2692610">
                <a:moveTo>
                  <a:pt x="0" y="0"/>
                </a:moveTo>
                <a:lnTo>
                  <a:pt x="711897" y="2692611"/>
                </a:lnTo>
                <a:lnTo>
                  <a:pt x="4999662" y="2692611"/>
                </a:lnTo>
                <a:lnTo>
                  <a:pt x="571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3E2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120B5B9-6346-7D3C-B4A8-E09847416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83768" y="681125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705D6D-345C-BB93-149B-BD2669F3076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883768" y="2132017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D8F87D-8779-318E-29D2-2FCB89EA259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883768" y="3682358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2B0286D-5DFD-E492-3DD0-C905AFEBC48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7181502" y="1083176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69D59D08-6681-2E5E-F3DE-686BACA8360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91851" y="2527711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C921A96B-D862-8B6B-CDE5-18D7A4675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69700" y="4080958"/>
            <a:ext cx="2132377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F499E774-D34B-1CFA-3A31-AEFC8D3C10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08759" y="501898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CBFAC63-94B4-524C-71EF-4D124CBB1C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8759" y="3561076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F31D8-FAB4-448B-096B-33C6EEFB737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36902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40874"/>
            <a:ext cx="7629212" cy="60707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16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069772"/>
            <a:ext cx="7629212" cy="33418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D2DB81B-4429-C2A8-B63C-ED4D70F35D52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564025" y="978694"/>
            <a:ext cx="1729429" cy="1738313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F36417FB-FCF9-50BF-EFD7-9D40164C4CA0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7959417" y="1060704"/>
            <a:ext cx="3902026" cy="1783366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4B5242-455E-67AB-FBB8-972710AE4F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1678" y="828675"/>
            <a:ext cx="2721773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3768E02-7C91-7810-294A-CE3A69C081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0087" y="828675"/>
            <a:ext cx="3561356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98552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ove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8FA2C8F-10C4-1C33-927A-1D6E16018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6514" y="0"/>
            <a:ext cx="6005489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5603747" cy="5849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79603"/>
            <a:ext cx="3722069" cy="4430911"/>
          </a:xfrm>
        </p:spPr>
        <p:txBody>
          <a:bodyPr lIns="0" tIns="0" rIns="0" anchor="t"/>
          <a:lstStyle>
            <a:lvl1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37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wareness _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C59028A-ACD7-18B1-3881-F3D791A9B5A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325099" y="748580"/>
            <a:ext cx="9554845" cy="538640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4177B-EAAB-B4CD-BEEF-363F7B5F88A7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975AFC2-01C7-3051-2557-EB00AECF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867" y="1060704"/>
            <a:ext cx="890226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9256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cove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8" y="2258773"/>
            <a:ext cx="372793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417D7-6AD1-870D-82D5-AFAD913ABA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05E4AC-3002-B40A-BCA8-61F77CAA75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4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492249-5D56-200C-5698-638025AC21D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23184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AA1013-98FA-9C33-C305-AD5C3AB2201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2726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FB6C7F-233D-F786-0405-664C29FD04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32266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E9D9729-3C7B-6B68-266B-6969BB3235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7262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32A3A49-3955-0F6B-1149-27D9BCFE67C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42993" y="3229429"/>
            <a:ext cx="3722069" cy="2295072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48927E9-B8DA-EC76-D88E-91F0737E8FD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32223" y="3229428"/>
            <a:ext cx="3722069" cy="2295144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62253-5DA2-E225-22F4-F84A21FA29C2}"/>
              </a:ext>
            </a:extLst>
          </p:cNvPr>
          <p:cNvSpPr/>
          <p:nvPr userDrawn="1"/>
        </p:nvSpPr>
        <p:spPr>
          <a:xfrm>
            <a:off x="8126945" y="3229428"/>
            <a:ext cx="3722577" cy="2295144"/>
          </a:xfrm>
          <a:prstGeom prst="roundRect">
            <a:avLst>
              <a:gd name="adj" fmla="val 919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765173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4A7D980-A2A3-A237-F479-5F6F1A412F19}"/>
              </a:ext>
            </a:extLst>
          </p:cNvPr>
          <p:cNvSpPr/>
          <p:nvPr/>
        </p:nvSpPr>
        <p:spPr>
          <a:xfrm>
            <a:off x="341674" y="1869301"/>
            <a:ext cx="3721584" cy="4109185"/>
          </a:xfrm>
          <a:custGeom>
            <a:avLst/>
            <a:gdLst>
              <a:gd name="connsiteX0" fmla="*/ 7034884 w 7441230"/>
              <a:gd name="connsiteY0" fmla="*/ 0 h 8218369"/>
              <a:gd name="connsiteX1" fmla="*/ 7441231 w 7441230"/>
              <a:gd name="connsiteY1" fmla="*/ 406347 h 8218369"/>
              <a:gd name="connsiteX2" fmla="*/ 7441231 w 7441230"/>
              <a:gd name="connsiteY2" fmla="*/ 7812023 h 8218369"/>
              <a:gd name="connsiteX3" fmla="*/ 7034884 w 7441230"/>
              <a:gd name="connsiteY3" fmla="*/ 8218370 h 8218369"/>
              <a:gd name="connsiteX4" fmla="*/ 406347 w 7441230"/>
              <a:gd name="connsiteY4" fmla="*/ 8218370 h 8218369"/>
              <a:gd name="connsiteX5" fmla="*/ 0 w 7441230"/>
              <a:gd name="connsiteY5" fmla="*/ 7812023 h 8218369"/>
              <a:gd name="connsiteX6" fmla="*/ 0 w 7441230"/>
              <a:gd name="connsiteY6" fmla="*/ 406347 h 8218369"/>
              <a:gd name="connsiteX7" fmla="*/ 406347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4" y="0"/>
                </a:moveTo>
                <a:cubicBezTo>
                  <a:pt x="7259303" y="0"/>
                  <a:pt x="7441231" y="181928"/>
                  <a:pt x="7441231" y="406347"/>
                </a:cubicBezTo>
                <a:lnTo>
                  <a:pt x="7441231" y="7812023"/>
                </a:lnTo>
                <a:cubicBezTo>
                  <a:pt x="7441231" y="8036442"/>
                  <a:pt x="7259303" y="8218370"/>
                  <a:pt x="7034884" y="8218370"/>
                </a:cubicBezTo>
                <a:lnTo>
                  <a:pt x="406347" y="8218370"/>
                </a:lnTo>
                <a:cubicBezTo>
                  <a:pt x="181928" y="8218370"/>
                  <a:pt x="0" y="8036442"/>
                  <a:pt x="0" y="7812023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3FF5AD1-E455-0981-06B2-904692C52A52}"/>
              </a:ext>
            </a:extLst>
          </p:cNvPr>
          <p:cNvSpPr/>
          <p:nvPr/>
        </p:nvSpPr>
        <p:spPr>
          <a:xfrm>
            <a:off x="4234731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6579FFC-1B27-A5B6-A2A7-864E4EACB389}"/>
              </a:ext>
            </a:extLst>
          </p:cNvPr>
          <p:cNvSpPr/>
          <p:nvPr/>
        </p:nvSpPr>
        <p:spPr>
          <a:xfrm>
            <a:off x="8127788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3A31E2-277B-895B-2DCA-20B05F91F1D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298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6A83725-489B-6EF2-F382-2FF6DFF963A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544672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7B56C7E-80C3-29D5-E6F4-56E8F0F628EA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447837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C25FD9A-AA0E-5260-29BC-577CC5A9B4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23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C1792-1F5B-5669-854B-1F0D468FFE0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76051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781E95-250D-9EDE-50C8-B617203E857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471432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5DE3347-6502-C8D5-F752-7800C516DED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0295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8898F9CD-427D-1960-313A-B5D555A5ED1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58537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910035D-9B73-6FC4-FB70-B04D749005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53918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FB66664-6919-C5AA-C82F-074A1424B7E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4" y="6147663"/>
            <a:ext cx="11550529" cy="195170"/>
          </a:xfrm>
        </p:spPr>
        <p:txBody>
          <a:bodyPr anchor="ctr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2914298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579357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08AF246-E740-FA47-BC38-3FBA0AD1EC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35" t="-1310" r="19676" b="13630"/>
          <a:stretch/>
        </p:blipFill>
        <p:spPr>
          <a:xfrm>
            <a:off x="1665350" y="3835006"/>
            <a:ext cx="2505011" cy="306148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2013" y="61382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72013" y="2127067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72013" y="3640310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827568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340811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72013" y="515355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85405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701134-59A7-224A-8DEC-FD286B85E84D}"/>
              </a:ext>
            </a:extLst>
          </p:cNvPr>
          <p:cNvGrpSpPr/>
          <p:nvPr userDrawn="1"/>
        </p:nvGrpSpPr>
        <p:grpSpPr>
          <a:xfrm>
            <a:off x="633590" y="6375399"/>
            <a:ext cx="3083622" cy="507006"/>
            <a:chOff x="317500" y="6375399"/>
            <a:chExt cx="3083622" cy="50700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996EDEAB-D17A-7744-A540-DE06F979D93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77098" b="-323"/>
            <a:stretch/>
          </p:blipFill>
          <p:spPr>
            <a:xfrm>
              <a:off x="359967" y="6525123"/>
              <a:ext cx="185370" cy="196052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ADD25C-DD46-904A-9389-7ADD13B625C8}"/>
                </a:ext>
              </a:extLst>
            </p:cNvPr>
            <p:cNvSpPr/>
            <p:nvPr userDrawn="1"/>
          </p:nvSpPr>
          <p:spPr>
            <a:xfrm>
              <a:off x="317500" y="6375399"/>
              <a:ext cx="3083622" cy="507006"/>
            </a:xfrm>
            <a:prstGeom prst="rect">
              <a:avLst/>
            </a:prstGeom>
          </p:spPr>
          <p:txBody>
            <a:bodyPr wrap="none" lIns="367200" rIns="367200" anchor="ctr">
              <a:noAutofit/>
            </a:bodyPr>
            <a:lstStyle/>
            <a:p>
              <a:r>
                <a:rPr lang="en-CA" sz="900">
                  <a:solidFill>
                    <a:schemeClr val="bg1"/>
                  </a:solidFill>
                </a:rPr>
                <a:t>@2022 Walmart Inc. Confidential —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483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6C31A79-92BD-4B17-A786-B786086C23B9}"/>
              </a:ext>
            </a:extLst>
          </p:cNvPr>
          <p:cNvSpPr txBox="1"/>
          <p:nvPr userDrawn="1"/>
        </p:nvSpPr>
        <p:spPr>
          <a:xfrm>
            <a:off x="4038600" y="6592824"/>
            <a:ext cx="4114800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ct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/>
              <a:t>© 2024 Walmart, Inc. • Highly Sensitive • Internal Use Only</a:t>
            </a: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803D3332-73DD-4ABD-928C-A43AAD197FDF}"/>
              </a:ext>
            </a:extLst>
          </p:cNvPr>
          <p:cNvSpPr txBox="1"/>
          <p:nvPr userDrawn="1"/>
        </p:nvSpPr>
        <p:spPr>
          <a:xfrm>
            <a:off x="11610974" y="6592824"/>
            <a:ext cx="581025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fld id="{01B6854A-557D-40BC-B28C-35743DDA71A3}" type="slidenum">
              <a:rPr lang="en-US" smtClean="0"/>
              <a:pPr marL="0" indent="0">
                <a:spcBef>
                  <a:spcPct val="0"/>
                </a:spcBef>
                <a:buFontTx/>
                <a:buNone/>
              </a:pPr>
              <a:t>‹#›</a:t>
            </a:fld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2EB2BE9F-2052-66B1-ACBA-D12B0F85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3" y="83514"/>
            <a:ext cx="11758647" cy="521208"/>
          </a:xfrm>
          <a:prstGeom prst="rect">
            <a:avLst/>
          </a:prstGeom>
        </p:spPr>
        <p:txBody>
          <a:bodyPr tIns="27432" rIns="393192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7536592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7C86-10C7-8653-BAC2-1E97E69EE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86DE7-9A16-BB9A-A408-8D138BE44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E8928-A83D-F0DC-3DD3-76736D7E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5573-B852-43ED-8EB3-C58092A913ED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0E60-A541-1ACF-64DD-215F7A96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0534-D267-9B1D-6549-397C0F44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2A87-840D-4A76-A833-4C07450EC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5898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1C8BAD6-3718-4B4F-835D-07B418696F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457200"/>
          </a:xfrm>
        </p:spPr>
        <p:txBody>
          <a:bodyPr tIns="27432"/>
          <a:lstStyle>
            <a:lvl1pPr>
              <a:defRPr sz="1800">
                <a:solidFill>
                  <a:srgbClr val="0070DB"/>
                </a:solidFill>
                <a:latin typeface="Everyday Sans" pitchFamily="2" charset="0"/>
              </a:defRPr>
            </a:lvl1pPr>
          </a:lstStyle>
          <a:p>
            <a:r>
              <a:rPr lang="en-US"/>
              <a:t>City, ST – Lease Renewal | </a:t>
            </a:r>
            <a:r>
              <a:rPr lang="en-US" b="0"/>
              <a:t>Slide Title</a:t>
            </a: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BA317B-60FD-400C-4F16-6429B985AA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Walmart, Inc. • Highly Sensitive • Internal Use Only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FD9357-952F-3995-F7F1-AED6DF9FEF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386667-C52C-C045-AA00-E65F83D3B5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53485"/>
      </p:ext>
    </p:extLst>
  </p:cSld>
  <p:clrMapOvr>
    <a:masterClrMapping/>
  </p:clrMapOvr>
  <p:hf hd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creens (Mobile - 1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ED6B27E7-2C59-1052-A8BA-CB040479C63C}"/>
              </a:ext>
            </a:extLst>
          </p:cNvPr>
          <p:cNvSpPr/>
          <p:nvPr userDrawn="1"/>
        </p:nvSpPr>
        <p:spPr>
          <a:xfrm>
            <a:off x="3367006" y="0"/>
            <a:ext cx="8816380" cy="6858000"/>
          </a:xfrm>
          <a:prstGeom prst="rect">
            <a:avLst/>
          </a:prstGeom>
          <a:solidFill>
            <a:srgbClr val="EEF8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>
                  <a:alpha val="30000"/>
                </a:srgbClr>
              </a:solidFill>
            </a:endParaRP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26873" y="6515100"/>
            <a:ext cx="369828" cy="134396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11E60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B8FA588-9742-3DE4-E4A7-F20E06980C4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09596" y="739278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2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1230984B-AF3C-193A-D7C1-A74F9189B8C5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532386" y="1294707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3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98B79FB4-34F7-2743-D617-37B5262DFC0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8747345" y="1836282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4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Meet the team!">
            <a:extLst>
              <a:ext uri="{FF2B5EF4-FFF2-40B4-BE49-F238E27FC236}">
                <a16:creationId xmlns:a16="http://schemas.microsoft.com/office/drawing/2014/main" id="{FE65F868-38FC-B142-3BC4-E2C5749AFEBE}"/>
              </a:ext>
            </a:extLst>
          </p:cNvPr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464935" y="865278"/>
            <a:ext cx="2604435" cy="29495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000">
                <a:solidFill>
                  <a:srgbClr val="011E60"/>
                </a:solidFill>
                <a:latin typeface="Everyday Sans Medium"/>
                <a:ea typeface="Everyday Sans Medium"/>
                <a:cs typeface="Everyday Sans Medium"/>
                <a:sym typeface="Everyday Sans Medium"/>
              </a:defRPr>
            </a:lvl1pPr>
          </a:lstStyle>
          <a:p>
            <a:r>
              <a:rPr lang="en-US"/>
              <a:t>Slide Title</a:t>
            </a:r>
            <a:endParaRPr/>
          </a:p>
        </p:txBody>
      </p:sp>
      <p:sp>
        <p:nvSpPr>
          <p:cNvPr id="20" name="This document is private and confidential. For internal use only.">
            <a:extLst>
              <a:ext uri="{FF2B5EF4-FFF2-40B4-BE49-F238E27FC236}">
                <a16:creationId xmlns:a16="http://schemas.microsoft.com/office/drawing/2014/main" id="{A735F495-4E7E-71DA-618E-CBA1BA44ED87}"/>
              </a:ext>
            </a:extLst>
          </p:cNvPr>
          <p:cNvSpPr txBox="1"/>
          <p:nvPr userDrawn="1"/>
        </p:nvSpPr>
        <p:spPr>
          <a:xfrm>
            <a:off x="484632" y="6483296"/>
            <a:ext cx="273782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 sz="1200">
                <a:solidFill>
                  <a:srgbClr val="FFFFFF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r>
              <a:rPr sz="600" b="0" i="0">
                <a:solidFill>
                  <a:srgbClr val="6B6D6F">
                    <a:alpha val="50000"/>
                  </a:srgbClr>
                </a:solidFill>
                <a:latin typeface="Everyday Sans Medium" pitchFamily="2" charset="77"/>
              </a:rPr>
              <a:t>This document is private and confidential. For internal use only.</a:t>
            </a:r>
          </a:p>
        </p:txBody>
      </p:sp>
      <p:pic>
        <p:nvPicPr>
          <p:cNvPr id="21" name="WMT-Spark-SparkYellow-RGB.png" descr="WMT-Spark-SparkYellow-RGB.png">
            <a:extLst>
              <a:ext uri="{FF2B5EF4-FFF2-40B4-BE49-F238E27FC236}">
                <a16:creationId xmlns:a16="http://schemas.microsoft.com/office/drawing/2014/main" id="{142895CC-0608-DB15-FFDE-674EB1F399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501869" y="323198"/>
            <a:ext cx="180560" cy="203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A place to put a bold impactful statement that inspires the team and aligns everyone around a goal.">
            <a:extLst>
              <a:ext uri="{FF2B5EF4-FFF2-40B4-BE49-F238E27FC236}">
                <a16:creationId xmlns:a16="http://schemas.microsoft.com/office/drawing/2014/main" id="{F2FCD59E-18BF-7F06-3150-F35DB64AAACC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466264" y="1306685"/>
            <a:ext cx="2606040" cy="49629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20000"/>
              </a:lnSpc>
              <a:defRPr sz="1000" b="0" i="0" spc="0">
                <a:solidFill>
                  <a:srgbClr val="011E60"/>
                </a:solidFill>
                <a:latin typeface="Everyday Sans" pitchFamily="2" charset="77"/>
              </a:defRPr>
            </a:lvl1pPr>
          </a:lstStyle>
          <a:p>
            <a:pPr marL="0" marR="0" lvl="0" indent="0" algn="l" defTabSz="1219185" eaLnBrk="1" fontAlgn="auto" latinLnBrk="0" hangingPunct="1">
              <a:lnSpc>
                <a:spcPct val="11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Descriptive text here to add detail to the types of screens being shown. Useful for setting up future slides that are detailed.</a:t>
            </a:r>
          </a:p>
        </p:txBody>
      </p:sp>
    </p:spTree>
    <p:extLst>
      <p:ext uri="{BB962C8B-B14F-4D97-AF65-F5344CB8AC3E}">
        <p14:creationId xmlns:p14="http://schemas.microsoft.com/office/powerpoint/2010/main" val="20515651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8208">
          <p15:clr>
            <a:srgbClr val="FBAE40"/>
          </p15:clr>
        </p15:guide>
        <p15:guide id="2" pos="624">
          <p15:clr>
            <a:srgbClr val="FBAE40"/>
          </p15:clr>
        </p15:guide>
        <p15:guide id="3" pos="1473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402" y="1871887"/>
            <a:ext cx="11508403" cy="4438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401" y="216003"/>
            <a:ext cx="2749473" cy="228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ts val="900"/>
              </a:lnSpc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8243" y="6466554"/>
            <a:ext cx="2743200" cy="2286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lnSpc>
                <a:spcPts val="900"/>
              </a:lnSpc>
              <a:defRPr sz="800"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830A18F-6C86-0EC6-3CA6-C886DD6EC561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0D880-2BD9-3087-45F7-E0A2ACF85F9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264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</p:sldLayoutIdLst>
  <p:hf hdr="0" dt="0"/>
  <p:txStyles>
    <p:titleStyle>
      <a:lvl1pPr algn="l" defTabSz="913852" rtl="0" eaLnBrk="1" latinLnBrk="0" hangingPunct="1">
        <a:lnSpc>
          <a:spcPts val="2300"/>
        </a:lnSpc>
        <a:spcBef>
          <a:spcPct val="0"/>
        </a:spcBef>
        <a:buNone/>
        <a:defRPr sz="1800" b="0" i="0" kern="1200">
          <a:solidFill>
            <a:schemeClr val="accent1"/>
          </a:solidFill>
          <a:latin typeface="Everyday Sans Medium" pitchFamily="2" charset="77"/>
          <a:ea typeface="+mj-ea"/>
          <a:cs typeface="+mj-cs"/>
        </a:defRPr>
      </a:lvl1pPr>
    </p:titleStyle>
    <p:bodyStyle>
      <a:lvl1pPr marL="0" indent="0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2932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4627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95830" indent="-361824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144982" indent="-369758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309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52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4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5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60">
          <p15:clr>
            <a:srgbClr val="F26B43"/>
          </p15:clr>
        </p15:guide>
        <p15:guide id="2" pos="2875">
          <p15:clr>
            <a:srgbClr val="F26B43"/>
          </p15:clr>
        </p15:guide>
        <p15:guide id="3" pos="3303">
          <p15:clr>
            <a:srgbClr val="F26B43"/>
          </p15:clr>
        </p15:guide>
        <p15:guide id="4" pos="5323">
          <p15:clr>
            <a:srgbClr val="F26B43"/>
          </p15:clr>
        </p15:guide>
        <p15:guide id="5" pos="5759">
          <p15:clr>
            <a:srgbClr val="F26B43"/>
          </p15:clr>
        </p15:guide>
        <p15:guide id="6" pos="18009">
          <p15:clr>
            <a:srgbClr val="F26B43"/>
          </p15:clr>
        </p15:guide>
        <p15:guide id="7" pos="17579">
          <p15:clr>
            <a:srgbClr val="F26B43"/>
          </p15:clr>
        </p15:guide>
        <p15:guide id="8" pos="7784">
          <p15:clr>
            <a:srgbClr val="F26B43"/>
          </p15:clr>
        </p15:guide>
        <p15:guide id="9" pos="8214">
          <p15:clr>
            <a:srgbClr val="F26B43"/>
          </p15:clr>
        </p15:guide>
        <p15:guide id="10" pos="10233">
          <p15:clr>
            <a:srgbClr val="F26B43"/>
          </p15:clr>
        </p15:guide>
        <p15:guide id="11" pos="10657">
          <p15:clr>
            <a:srgbClr val="F26B43"/>
          </p15:clr>
        </p15:guide>
        <p15:guide id="12" pos="12681">
          <p15:clr>
            <a:srgbClr val="F26B43"/>
          </p15:clr>
        </p15:guide>
        <p15:guide id="13" pos="13115">
          <p15:clr>
            <a:srgbClr val="F26B43"/>
          </p15:clr>
        </p15:guide>
        <p15:guide id="14" pos="15136">
          <p15:clr>
            <a:srgbClr val="F26B43"/>
          </p15:clr>
        </p15:guide>
        <p15:guide id="15" pos="15566">
          <p15:clr>
            <a:srgbClr val="F26B43"/>
          </p15:clr>
        </p15:guide>
        <p15:guide id="16" pos="20023">
          <p15:clr>
            <a:srgbClr val="F26B43"/>
          </p15:clr>
        </p15:guide>
        <p15:guide id="17" pos="20465">
          <p15:clr>
            <a:srgbClr val="F26B43"/>
          </p15:clr>
        </p15:guide>
        <p15:guide id="18" pos="22490">
          <p15:clr>
            <a:srgbClr val="F26B43"/>
          </p15:clr>
        </p15:guide>
        <p15:guide id="19" pos="22908">
          <p15:clr>
            <a:srgbClr val="F26B43"/>
          </p15:clr>
        </p15:guide>
        <p15:guide id="20" pos="24932">
          <p15:clr>
            <a:srgbClr val="F26B43"/>
          </p15:clr>
        </p15:guide>
        <p15:guide id="21" pos="25363">
          <p15:clr>
            <a:srgbClr val="F26B43"/>
          </p15:clr>
        </p15:guide>
        <p15:guide id="22" pos="27381">
          <p15:clr>
            <a:srgbClr val="F26B43"/>
          </p15:clr>
        </p15:guide>
        <p15:guide id="23" pos="27821">
          <p15:clr>
            <a:srgbClr val="F26B43"/>
          </p15:clr>
        </p15:guide>
        <p15:guide id="24" pos="29842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orient="horz" pos="2352">
          <p15:clr>
            <a:srgbClr val="F26B43"/>
          </p15:clr>
        </p15:guide>
        <p15:guide id="27" orient="horz" pos="2786">
          <p15:clr>
            <a:srgbClr val="F26B43"/>
          </p15:clr>
        </p15:guide>
        <p15:guide id="28" orient="horz" pos="4282">
          <p15:clr>
            <a:srgbClr val="F26B43"/>
          </p15:clr>
        </p15:guide>
        <p15:guide id="29" orient="horz" pos="4710">
          <p15:clr>
            <a:srgbClr val="F26B43"/>
          </p15:clr>
        </p15:guide>
        <p15:guide id="30" orient="horz" pos="6200">
          <p15:clr>
            <a:srgbClr val="F26B43"/>
          </p15:clr>
        </p15:guide>
        <p15:guide id="31" orient="horz" pos="6634">
          <p15:clr>
            <a:srgbClr val="F26B43"/>
          </p15:clr>
        </p15:guide>
        <p15:guide id="32" orient="horz" pos="8124">
          <p15:clr>
            <a:srgbClr val="F26B43"/>
          </p15:clr>
        </p15:guide>
        <p15:guide id="33" orient="horz" pos="8558">
          <p15:clr>
            <a:srgbClr val="F26B43"/>
          </p15:clr>
        </p15:guide>
        <p15:guide id="34" orient="horz" pos="10054">
          <p15:clr>
            <a:srgbClr val="F26B43"/>
          </p15:clr>
        </p15:guide>
        <p15:guide id="35" orient="horz" pos="10488">
          <p15:clr>
            <a:srgbClr val="F26B43"/>
          </p15:clr>
        </p15:guide>
        <p15:guide id="36" orient="horz" pos="11984">
          <p15:clr>
            <a:srgbClr val="F26B43"/>
          </p15:clr>
        </p15:guide>
        <p15:guide id="37" orient="horz" pos="12412">
          <p15:clr>
            <a:srgbClr val="F26B43"/>
          </p15:clr>
        </p15:guide>
        <p15:guide id="38" orient="horz" pos="13902">
          <p15:clr>
            <a:srgbClr val="F26B43"/>
          </p15:clr>
        </p15:guide>
        <p15:guide id="39" orient="horz" pos="14336">
          <p15:clr>
            <a:srgbClr val="F26B43"/>
          </p15:clr>
        </p15:guide>
        <p15:guide id="40" orient="horz" pos="1583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1D_4E67EC3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C527-0CED-B8A4-12F9-E9FDFF18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5845-6CD3-F7D4-F406-EDAC2F12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1" y="315635"/>
            <a:ext cx="11508403" cy="594360"/>
          </a:xfrm>
        </p:spPr>
        <p:txBody>
          <a:bodyPr/>
          <a:lstStyle/>
          <a:p>
            <a:r>
              <a:rPr lang="en-US">
                <a:highlight>
                  <a:srgbClr val="DBF2FE"/>
                </a:highlight>
              </a:rPr>
              <a:t>Boston, 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A7689-4F8C-8C79-6C17-80919653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568" y="6517089"/>
            <a:ext cx="2749473" cy="228600"/>
          </a:xfrm>
          <a:solidFill>
            <a:schemeClr val="bg1"/>
          </a:solidFill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Walmart U.S. | Real Estate Committee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BB3F3-3107-CDC7-DAAD-2C92FE1E0689}"/>
              </a:ext>
            </a:extLst>
          </p:cNvPr>
          <p:cNvSpPr/>
          <p:nvPr/>
        </p:nvSpPr>
        <p:spPr>
          <a:xfrm>
            <a:off x="341202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Location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205F-C3FA-2C04-CCD8-A0C1A071AD16}"/>
              </a:ext>
            </a:extLst>
          </p:cNvPr>
          <p:cNvSpPr/>
          <p:nvPr/>
        </p:nvSpPr>
        <p:spPr>
          <a:xfrm>
            <a:off x="6387027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Volume Target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0036D-342F-DCD7-8181-FD74A832239B}"/>
              </a:ext>
            </a:extLst>
          </p:cNvPr>
          <p:cNvCxnSpPr>
            <a:cxnSpLocks/>
          </p:cNvCxnSpPr>
          <p:nvPr/>
        </p:nvCxnSpPr>
        <p:spPr>
          <a:xfrm>
            <a:off x="341202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1FC1EB-CA20-5C21-7423-0DB3DE9B7640}"/>
              </a:ext>
            </a:extLst>
          </p:cNvPr>
          <p:cNvCxnSpPr>
            <a:cxnSpLocks/>
          </p:cNvCxnSpPr>
          <p:nvPr/>
        </p:nvCxnSpPr>
        <p:spPr>
          <a:xfrm>
            <a:off x="6387027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0BC3A8-C116-8E2A-250C-5C89552DF75A}"/>
              </a:ext>
            </a:extLst>
          </p:cNvPr>
          <p:cNvCxnSpPr>
            <a:cxnSpLocks/>
          </p:cNvCxnSpPr>
          <p:nvPr/>
        </p:nvCxnSpPr>
        <p:spPr>
          <a:xfrm>
            <a:off x="6095249" y="722750"/>
            <a:ext cx="751" cy="60350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3DD80-3E4E-1523-5E78-3EBB05D340AD}"/>
              </a:ext>
            </a:extLst>
          </p:cNvPr>
          <p:cNvCxnSpPr>
            <a:cxnSpLocks/>
          </p:cNvCxnSpPr>
          <p:nvPr/>
        </p:nvCxnSpPr>
        <p:spPr>
          <a:xfrm>
            <a:off x="341202" y="4859812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0D8222E-3811-BA5B-C75D-9E5A6E807B3D}"/>
              </a:ext>
            </a:extLst>
          </p:cNvPr>
          <p:cNvSpPr/>
          <p:nvPr/>
        </p:nvSpPr>
        <p:spPr>
          <a:xfrm>
            <a:off x="341202" y="4599927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Digital Overview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815A595-ECAC-014C-7D69-4B09439392AA}"/>
              </a:ext>
            </a:extLst>
          </p:cNvPr>
          <p:cNvGraphicFramePr>
            <a:graphicFrameLocks noGrp="1"/>
          </p:cNvGraphicFramePr>
          <p:nvPr/>
        </p:nvGraphicFramePr>
        <p:xfrm>
          <a:off x="6387268" y="1059259"/>
          <a:ext cx="548615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515">
                  <a:extLst>
                    <a:ext uri="{9D8B030D-6E8A-4147-A177-3AD203B41FA5}">
                      <a16:colId xmlns:a16="http://schemas.microsoft.com/office/drawing/2014/main" val="283569966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199286081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3403698419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294808702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sz="900">
                        <a:latin typeface="+mj-lt"/>
                      </a:endParaRPr>
                    </a:p>
                  </a:txBody>
                  <a:tcPr marT="9144" marB="9144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2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3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3938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OPD Orders / Day</a:t>
                      </a:r>
                    </a:p>
                  </a:txBody>
                  <a:tcPr marT="9144" marB="9144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516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645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369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Internalized Parcels</a:t>
                      </a:r>
                    </a:p>
                  </a:txBody>
                  <a:tcPr marT="9144" marB="9144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250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300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400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23240"/>
                  </a:ext>
                </a:extLst>
              </a:tr>
            </a:tbl>
          </a:graphicData>
        </a:graphic>
      </p:graphicFrame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644229-8448-3378-884C-EDD791E2B8E6}"/>
              </a:ext>
            </a:extLst>
          </p:cNvPr>
          <p:cNvCxnSpPr>
            <a:cxnSpLocks/>
          </p:cNvCxnSpPr>
          <p:nvPr/>
        </p:nvCxnSpPr>
        <p:spPr>
          <a:xfrm>
            <a:off x="6387027" y="5286701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9187F29-FF32-DD08-1122-F881013DB6A0}"/>
              </a:ext>
            </a:extLst>
          </p:cNvPr>
          <p:cNvSpPr/>
          <p:nvPr/>
        </p:nvSpPr>
        <p:spPr>
          <a:xfrm>
            <a:off x="6387027" y="503106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Guiding Principles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99158-5AFB-CE87-A608-364BC6B351DB}"/>
              </a:ext>
            </a:extLst>
          </p:cNvPr>
          <p:cNvSpPr txBox="1"/>
          <p:nvPr/>
        </p:nvSpPr>
        <p:spPr>
          <a:xfrm>
            <a:off x="341202" y="4933534"/>
            <a:ext cx="5486400" cy="11581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Milford Walmart Depot uniquely covers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270K HHs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, with additional 130K HHs overlapping with nearby Walmart Depots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Of the 270K unique HHs,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13% can receive &lt; 30mins delivery promise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(15mins drive time)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296DE3-F806-04A3-BF21-BB7DF1B17393}"/>
              </a:ext>
            </a:extLst>
          </p:cNvPr>
          <p:cNvGraphicFramePr>
            <a:graphicFrameLocks noGrp="1"/>
          </p:cNvGraphicFramePr>
          <p:nvPr/>
        </p:nvGraphicFramePr>
        <p:xfrm>
          <a:off x="6387033" y="5365973"/>
          <a:ext cx="548639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202113955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48514228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82212991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413491891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218454534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546029606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Physical Attributes</a:t>
                      </a:r>
                    </a:p>
                  </a:txBody>
                  <a:tcPr marT="9144" marB="9144" anchor="ctr"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Deal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Business Model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3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Sq. Ft.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13.6K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Lease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Volume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  <a:endParaRPr lang="en-US" sz="900">
                        <a:solidFill>
                          <a:schemeClr val="accent5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5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Parking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Occupancy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6"/>
                          </a:solidFill>
                          <a:latin typeface="Everyday Sans"/>
                        </a:rPr>
                        <a:t>Ideal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Investment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1706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Dock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Ideal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Contingency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4474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MEP / HVAC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429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28285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2210E238-EE9F-F459-1683-66184458B8D7}"/>
              </a:ext>
            </a:extLst>
          </p:cNvPr>
          <p:cNvSpPr/>
          <p:nvPr/>
        </p:nvSpPr>
        <p:spPr>
          <a:xfrm>
            <a:off x="6387027" y="1855366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Financials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443CE4-61D2-2939-83D3-CDBC795338C6}"/>
              </a:ext>
            </a:extLst>
          </p:cNvPr>
          <p:cNvCxnSpPr>
            <a:cxnSpLocks/>
          </p:cNvCxnSpPr>
          <p:nvPr/>
        </p:nvCxnSpPr>
        <p:spPr>
          <a:xfrm>
            <a:off x="6387027" y="2118647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521805C-FD36-9F13-CAE3-A9433B2DF646}"/>
              </a:ext>
            </a:extLst>
          </p:cNvPr>
          <p:cNvSpPr/>
          <p:nvPr/>
        </p:nvSpPr>
        <p:spPr>
          <a:xfrm>
            <a:off x="6356424" y="76515"/>
            <a:ext cx="1556123" cy="632812"/>
          </a:xfrm>
          <a:prstGeom prst="rect">
            <a:avLst/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r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highlight>
                  <a:srgbClr val="DBF2FE"/>
                </a:highlight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Total Request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Capital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$0.0M Opex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highlight>
                <a:srgbClr val="FFC630"/>
              </a:highlight>
              <a:uLnTx/>
              <a:uFillTx/>
              <a:latin typeface="Bogle" panose="020B0503020203060203" pitchFamily="34" charset="0"/>
              <a:ea typeface="+mn-ea"/>
              <a:cs typeface="+mn-cs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8BA3D19F-8622-280F-172F-EB399900E60C}"/>
              </a:ext>
            </a:extLst>
          </p:cNvPr>
          <p:cNvGraphicFramePr>
            <a:graphicFrameLocks noGrp="1"/>
          </p:cNvGraphicFramePr>
          <p:nvPr/>
        </p:nvGraphicFramePr>
        <p:xfrm>
          <a:off x="8232598" y="202067"/>
          <a:ext cx="3252954" cy="410748"/>
        </p:xfrm>
        <a:graphic>
          <a:graphicData uri="http://schemas.openxmlformats.org/drawingml/2006/table">
            <a:tbl>
              <a:tblPr/>
              <a:tblGrid>
                <a:gridCol w="813239">
                  <a:extLst>
                    <a:ext uri="{9D8B030D-6E8A-4147-A177-3AD203B41FA5}">
                      <a16:colId xmlns:a16="http://schemas.microsoft.com/office/drawing/2014/main" val="3123239566"/>
                    </a:ext>
                  </a:extLst>
                </a:gridCol>
                <a:gridCol w="813239">
                  <a:extLst>
                    <a:ext uri="{9D8B030D-6E8A-4147-A177-3AD203B41FA5}">
                      <a16:colId xmlns:a16="http://schemas.microsoft.com/office/drawing/2014/main" val="3899009363"/>
                    </a:ext>
                  </a:extLst>
                </a:gridCol>
                <a:gridCol w="823586">
                  <a:extLst>
                    <a:ext uri="{9D8B030D-6E8A-4147-A177-3AD203B41FA5}">
                      <a16:colId xmlns:a16="http://schemas.microsoft.com/office/drawing/2014/main" val="1644088877"/>
                    </a:ext>
                  </a:extLst>
                </a:gridCol>
                <a:gridCol w="802890">
                  <a:extLst>
                    <a:ext uri="{9D8B030D-6E8A-4147-A177-3AD203B41FA5}">
                      <a16:colId xmlns:a16="http://schemas.microsoft.com/office/drawing/2014/main" val="3970909102"/>
                    </a:ext>
                  </a:extLst>
                </a:gridCol>
              </a:tblGrid>
              <a:tr h="2121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Capacity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Speed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Coverage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Assortment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58167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​​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8206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314D408-E146-62A4-1C2F-A6672A197D1E}"/>
              </a:ext>
            </a:extLst>
          </p:cNvPr>
          <p:cNvGraphicFramePr>
            <a:graphicFrameLocks noGrp="1"/>
          </p:cNvGraphicFramePr>
          <p:nvPr/>
        </p:nvGraphicFramePr>
        <p:xfrm>
          <a:off x="6417630" y="2157005"/>
          <a:ext cx="5455797" cy="2767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289">
                  <a:extLst>
                    <a:ext uri="{9D8B030D-6E8A-4147-A177-3AD203B41FA5}">
                      <a16:colId xmlns:a16="http://schemas.microsoft.com/office/drawing/2014/main" val="93814812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355237395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763362407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764911546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06277082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Market 156 GMV: $1.0B</a:t>
                      </a:r>
                      <a:b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</a:b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                (FY25)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kern="120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8157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T="9144" marB="9144" anchor="ctr"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1</a:t>
                      </a:r>
                      <a:endParaRPr lang="en-US" sz="900" b="0" i="0">
                        <a:solidFill>
                          <a:schemeClr val="accent1"/>
                        </a:solidFill>
                        <a:latin typeface="Everyday Sans" pitchFamily="2" charset="0"/>
                      </a:endParaRP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2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3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accent1"/>
                          </a:solidFill>
                          <a:latin typeface="Everyday Sans" pitchFamily="2" charset="0"/>
                          <a:ea typeface="+mn-ea"/>
                          <a:cs typeface="+mn-cs"/>
                        </a:rPr>
                        <a:t>Year 7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6672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Increm GMV</a:t>
                      </a:r>
                    </a:p>
                  </a:txBody>
                  <a:tcPr marR="45720" marT="9144" marB="9144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00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Cannibalized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51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Depot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167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Store Backfill GMV (net)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58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Increm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$17M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764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IP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80859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400" b="0" i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Everyday Sans" pitchFamily="2" charset="0"/>
                      </a:endParaRPr>
                    </a:p>
                  </a:txBody>
                  <a:tcPr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1450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Gross Profit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148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SG&amp;A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($4M)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($6M)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($8M)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($10M)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145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IP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842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Op Inc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($3M)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94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GP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18%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929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SG&amp;A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42%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0267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303B1BF-BDC4-D110-8537-6DF8E911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02" r="32654"/>
          <a:stretch>
            <a:fillRect/>
          </a:stretch>
        </p:blipFill>
        <p:spPr>
          <a:xfrm>
            <a:off x="355272" y="1149060"/>
            <a:ext cx="3184634" cy="3319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2E1D997-9C02-2BEA-3B6A-E66ADDD7B32D}"/>
              </a:ext>
            </a:extLst>
          </p:cNvPr>
          <p:cNvGrpSpPr/>
          <p:nvPr/>
        </p:nvGrpSpPr>
        <p:grpSpPr>
          <a:xfrm>
            <a:off x="4006485" y="3061486"/>
            <a:ext cx="1954941" cy="1398062"/>
            <a:chOff x="4006485" y="3346622"/>
            <a:chExt cx="1954941" cy="139806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88E839-B094-21EA-D7DD-73C9B2EF2D37}"/>
                </a:ext>
              </a:extLst>
            </p:cNvPr>
            <p:cNvSpPr/>
            <p:nvPr/>
          </p:nvSpPr>
          <p:spPr>
            <a:xfrm>
              <a:off x="4006485" y="3346622"/>
              <a:ext cx="1954941" cy="13980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78E7C41-C380-4E49-BD1D-22A754A6AAC4}"/>
                </a:ext>
              </a:extLst>
            </p:cNvPr>
            <p:cNvGrpSpPr/>
            <p:nvPr/>
          </p:nvGrpSpPr>
          <p:grpSpPr>
            <a:xfrm>
              <a:off x="4084429" y="3908357"/>
              <a:ext cx="75363" cy="89647"/>
              <a:chOff x="11697670" y="2801917"/>
              <a:chExt cx="80683" cy="89647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63E4277-1075-1668-DBED-7A85CAA5B92C}"/>
                  </a:ext>
                </a:extLst>
              </p:cNvPr>
              <p:cNvSpPr/>
              <p:nvPr/>
            </p:nvSpPr>
            <p:spPr>
              <a:xfrm>
                <a:off x="11697670" y="2801917"/>
                <a:ext cx="80683" cy="896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9F95788-B670-EAEF-007C-3D1052D68885}"/>
                  </a:ext>
                </a:extLst>
              </p:cNvPr>
              <p:cNvSpPr/>
              <p:nvPr/>
            </p:nvSpPr>
            <p:spPr>
              <a:xfrm>
                <a:off x="11716871" y="2823882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D07B44-4D59-8D39-6CA5-6B1B0CABD091}"/>
                </a:ext>
              </a:extLst>
            </p:cNvPr>
            <p:cNvSpPr txBox="1"/>
            <p:nvPr/>
          </p:nvSpPr>
          <p:spPr>
            <a:xfrm>
              <a:off x="4208536" y="3881686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SUP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B016FC-C221-87CC-052F-93BD8A408680}"/>
                </a:ext>
              </a:extLst>
            </p:cNvPr>
            <p:cNvSpPr/>
            <p:nvPr/>
          </p:nvSpPr>
          <p:spPr>
            <a:xfrm>
              <a:off x="4084231" y="4063001"/>
              <a:ext cx="75363" cy="89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D807B9-B153-A23F-E719-139AB65856BC}"/>
                </a:ext>
              </a:extLst>
            </p:cNvPr>
            <p:cNvSpPr txBox="1"/>
            <p:nvPr/>
          </p:nvSpPr>
          <p:spPr>
            <a:xfrm>
              <a:off x="4208536" y="4046638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8EC333C-121F-992B-987D-52F1D34B7397}"/>
                </a:ext>
              </a:extLst>
            </p:cNvPr>
            <p:cNvSpPr/>
            <p:nvPr/>
          </p:nvSpPr>
          <p:spPr>
            <a:xfrm>
              <a:off x="4084231" y="4202447"/>
              <a:ext cx="75363" cy="8964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3F1770-F436-542D-FD78-3D7C5B961816}"/>
                </a:ext>
              </a:extLst>
            </p:cNvPr>
            <p:cNvSpPr txBox="1"/>
            <p:nvPr/>
          </p:nvSpPr>
          <p:spPr>
            <a:xfrm>
              <a:off x="4208536" y="4186084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NHM</a:t>
              </a: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A1F3F930-0453-D736-5023-5CE85BD0C860}"/>
                </a:ext>
              </a:extLst>
            </p:cNvPr>
            <p:cNvSpPr/>
            <p:nvPr/>
          </p:nvSpPr>
          <p:spPr>
            <a:xfrm>
              <a:off x="4086446" y="4370533"/>
              <a:ext cx="85410" cy="91440"/>
            </a:xfrm>
            <a:prstGeom prst="hexagon">
              <a:avLst/>
            </a:prstGeom>
            <a:solidFill>
              <a:srgbClr val="78AC7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E6D457CA-DD27-89E4-73C7-717FFE9FC2AB}"/>
                </a:ext>
              </a:extLst>
            </p:cNvPr>
            <p:cNvSpPr/>
            <p:nvPr/>
          </p:nvSpPr>
          <p:spPr>
            <a:xfrm>
              <a:off x="4086446" y="4530049"/>
              <a:ext cx="85410" cy="91440"/>
            </a:xfrm>
            <a:prstGeom prst="hexag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916F8F-7B9A-D90E-B31F-BF3B8C77627A}"/>
                </a:ext>
              </a:extLst>
            </p:cNvPr>
            <p:cNvSpPr txBox="1"/>
            <p:nvPr/>
          </p:nvSpPr>
          <p:spPr>
            <a:xfrm>
              <a:off x="4205132" y="4363934"/>
              <a:ext cx="1420125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Reachable HH (45mins)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007078-8F90-BD71-3313-2D49E940833A}"/>
                </a:ext>
              </a:extLst>
            </p:cNvPr>
            <p:cNvSpPr txBox="1"/>
            <p:nvPr/>
          </p:nvSpPr>
          <p:spPr>
            <a:xfrm>
              <a:off x="4208043" y="4528830"/>
              <a:ext cx="1647223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Unique HH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AB855D-397A-8B33-0FEC-B249C94E22EB}"/>
                </a:ext>
              </a:extLst>
            </p:cNvPr>
            <p:cNvSpPr txBox="1"/>
            <p:nvPr/>
          </p:nvSpPr>
          <p:spPr>
            <a:xfrm>
              <a:off x="4198067" y="3590452"/>
              <a:ext cx="1229218" cy="10557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New REC Walmart Depot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A637D4-247B-AEC4-8D10-8DF6408DAFD7}"/>
                </a:ext>
              </a:extLst>
            </p:cNvPr>
            <p:cNvSpPr txBox="1"/>
            <p:nvPr/>
          </p:nvSpPr>
          <p:spPr>
            <a:xfrm>
              <a:off x="4198067" y="3441642"/>
              <a:ext cx="1229218" cy="1055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Approved Walmart Depot</a:t>
              </a:r>
            </a:p>
          </p:txBody>
        </p:sp>
        <p:sp>
          <p:nvSpPr>
            <p:cNvPr id="45" name="5-Point Star 35">
              <a:extLst>
                <a:ext uri="{FF2B5EF4-FFF2-40B4-BE49-F238E27FC236}">
                  <a16:creationId xmlns:a16="http://schemas.microsoft.com/office/drawing/2014/main" id="{AF8968C6-B4E0-0AFF-DD09-A5B2DC83E956}"/>
                </a:ext>
              </a:extLst>
            </p:cNvPr>
            <p:cNvSpPr/>
            <p:nvPr/>
          </p:nvSpPr>
          <p:spPr>
            <a:xfrm>
              <a:off x="4074047" y="3452763"/>
              <a:ext cx="104392" cy="95501"/>
            </a:xfrm>
            <a:prstGeom prst="star5">
              <a:avLst/>
            </a:prstGeom>
            <a:solidFill>
              <a:schemeClr val="accent5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6" name="5-Point Star 36">
              <a:extLst>
                <a:ext uri="{FF2B5EF4-FFF2-40B4-BE49-F238E27FC236}">
                  <a16:creationId xmlns:a16="http://schemas.microsoft.com/office/drawing/2014/main" id="{09127FDD-91A2-C6D4-A634-352C60B27906}"/>
                </a:ext>
              </a:extLst>
            </p:cNvPr>
            <p:cNvSpPr/>
            <p:nvPr/>
          </p:nvSpPr>
          <p:spPr>
            <a:xfrm>
              <a:off x="4074047" y="3598088"/>
              <a:ext cx="104392" cy="95501"/>
            </a:xfrm>
            <a:prstGeom prst="star5">
              <a:avLst/>
            </a:prstGeom>
            <a:solidFill>
              <a:schemeClr val="accent2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7" name="5-Point Star 37">
              <a:extLst>
                <a:ext uri="{FF2B5EF4-FFF2-40B4-BE49-F238E27FC236}">
                  <a16:creationId xmlns:a16="http://schemas.microsoft.com/office/drawing/2014/main" id="{9F793D41-CE5E-E969-AE23-3D96D87EF055}"/>
                </a:ext>
              </a:extLst>
            </p:cNvPr>
            <p:cNvSpPr/>
            <p:nvPr/>
          </p:nvSpPr>
          <p:spPr>
            <a:xfrm>
              <a:off x="4069341" y="3750339"/>
              <a:ext cx="104392" cy="95501"/>
            </a:xfrm>
            <a:prstGeom prst="star5">
              <a:avLst/>
            </a:prstGeom>
            <a:solidFill>
              <a:srgbClr val="FF0000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D0296AC-AF7A-FEAA-A585-D20BF8840092}"/>
                </a:ext>
              </a:extLst>
            </p:cNvPr>
            <p:cNvSpPr txBox="1"/>
            <p:nvPr/>
          </p:nvSpPr>
          <p:spPr>
            <a:xfrm>
              <a:off x="4195672" y="3730593"/>
              <a:ext cx="1659594" cy="1594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Upcoming Walmart Depot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54AA8-BFB8-195D-4E65-26A098D55328}"/>
              </a:ext>
            </a:extLst>
          </p:cNvPr>
          <p:cNvSpPr/>
          <p:nvPr/>
        </p:nvSpPr>
        <p:spPr>
          <a:xfrm>
            <a:off x="2326424" y="1403139"/>
            <a:ext cx="576728" cy="204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Newton</a:t>
            </a:r>
          </a:p>
        </p:txBody>
      </p:sp>
      <p:sp>
        <p:nvSpPr>
          <p:cNvPr id="54" name="5-Point Star 42">
            <a:extLst>
              <a:ext uri="{FF2B5EF4-FFF2-40B4-BE49-F238E27FC236}">
                <a16:creationId xmlns:a16="http://schemas.microsoft.com/office/drawing/2014/main" id="{E26DFDB5-A262-F3B0-94CE-52A57CB68B91}"/>
              </a:ext>
            </a:extLst>
          </p:cNvPr>
          <p:cNvSpPr/>
          <p:nvPr/>
        </p:nvSpPr>
        <p:spPr>
          <a:xfrm>
            <a:off x="2912727" y="154147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57F8647-5007-8814-7234-99DD23A7CE9C}"/>
              </a:ext>
            </a:extLst>
          </p:cNvPr>
          <p:cNvSpPr/>
          <p:nvPr/>
        </p:nvSpPr>
        <p:spPr>
          <a:xfrm>
            <a:off x="2794749" y="2029130"/>
            <a:ext cx="727923" cy="168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Westwood</a:t>
            </a:r>
          </a:p>
        </p:txBody>
      </p:sp>
      <p:sp>
        <p:nvSpPr>
          <p:cNvPr id="56" name="5-Point Star 45">
            <a:extLst>
              <a:ext uri="{FF2B5EF4-FFF2-40B4-BE49-F238E27FC236}">
                <a16:creationId xmlns:a16="http://schemas.microsoft.com/office/drawing/2014/main" id="{BCF0387D-772F-C68A-9433-205BD1E69E37}"/>
              </a:ext>
            </a:extLst>
          </p:cNvPr>
          <p:cNvSpPr/>
          <p:nvPr/>
        </p:nvSpPr>
        <p:spPr>
          <a:xfrm>
            <a:off x="3145101" y="222406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9" name="5-Point Star 49">
            <a:extLst>
              <a:ext uri="{FF2B5EF4-FFF2-40B4-BE49-F238E27FC236}">
                <a16:creationId xmlns:a16="http://schemas.microsoft.com/office/drawing/2014/main" id="{B98D8871-5B0E-20CC-F6A8-B97D8D346AFF}"/>
              </a:ext>
            </a:extLst>
          </p:cNvPr>
          <p:cNvSpPr/>
          <p:nvPr/>
        </p:nvSpPr>
        <p:spPr>
          <a:xfrm>
            <a:off x="1881586" y="2732196"/>
            <a:ext cx="172387" cy="169465"/>
          </a:xfrm>
          <a:prstGeom prst="star5">
            <a:avLst/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EE7107-2E2B-E7FE-FE38-00BE193F30CE}"/>
              </a:ext>
            </a:extLst>
          </p:cNvPr>
          <p:cNvSpPr/>
          <p:nvPr/>
        </p:nvSpPr>
        <p:spPr>
          <a:xfrm>
            <a:off x="1671585" y="2962638"/>
            <a:ext cx="730993" cy="162419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Milford</a:t>
            </a:r>
            <a:endParaRPr kumimoji="0" lang="en-US" sz="500" b="1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33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heme/theme1.xml><?xml version="1.0" encoding="utf-8"?>
<a:theme xmlns:a="http://schemas.openxmlformats.org/drawingml/2006/main" name="FY26 MSM">
  <a:themeElements>
    <a:clrScheme name="Walmart 02">
      <a:dk1>
        <a:srgbClr val="000000"/>
      </a:dk1>
      <a:lt1>
        <a:srgbClr val="FFFFFF"/>
      </a:lt1>
      <a:dk2>
        <a:srgbClr val="0E2841"/>
      </a:dk2>
      <a:lt2>
        <a:srgbClr val="FCF4EC"/>
      </a:lt2>
      <a:accent1>
        <a:srgbClr val="001E60"/>
      </a:accent1>
      <a:accent2>
        <a:srgbClr val="0053E2"/>
      </a:accent2>
      <a:accent3>
        <a:srgbClr val="4CBDF4"/>
      </a:accent3>
      <a:accent4>
        <a:srgbClr val="A8DDF7"/>
      </a:accent4>
      <a:accent5>
        <a:srgbClr val="FFC220"/>
      </a:accent5>
      <a:accent6>
        <a:srgbClr val="4DB859"/>
      </a:accent6>
      <a:hlink>
        <a:srgbClr val="467886"/>
      </a:hlink>
      <a:folHlink>
        <a:srgbClr val="96607D"/>
      </a:folHlink>
    </a:clrScheme>
    <a:fontScheme name="Everyday Sans">
      <a:majorFont>
        <a:latin typeface="Everyday Sans Medium"/>
        <a:ea typeface=""/>
        <a:cs typeface=""/>
      </a:majorFont>
      <a:minorFont>
        <a:latin typeface="Everyday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Macintosh PowerPoint</Application>
  <PresentationFormat>Widescreen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Everyday Text Regular</vt:lpstr>
      <vt:lpstr>System Font Regular</vt:lpstr>
      <vt:lpstr>Aptos</vt:lpstr>
      <vt:lpstr>Arial</vt:lpstr>
      <vt:lpstr>Bogle</vt:lpstr>
      <vt:lpstr>Everyday Sans</vt:lpstr>
      <vt:lpstr>Everyday Sans Bold</vt:lpstr>
      <vt:lpstr>Everyday Sans Light</vt:lpstr>
      <vt:lpstr>Everyday Sans Medium</vt:lpstr>
      <vt:lpstr>Everyday Sans Regular</vt:lpstr>
      <vt:lpstr>Everyday Sans Semibold</vt:lpstr>
      <vt:lpstr>EverydaySans-Regular</vt:lpstr>
      <vt:lpstr>FY26 MSM</vt:lpstr>
      <vt:lpstr>Milford, 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Maggie Cai</dc:creator>
  <cp:lastModifiedBy>Maggie Cai</cp:lastModifiedBy>
  <cp:revision>1</cp:revision>
  <dcterms:created xsi:type="dcterms:W3CDTF">2026-02-13T17:47:13Z</dcterms:created>
  <dcterms:modified xsi:type="dcterms:W3CDTF">2026-02-13T17:48:05Z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2026-02-13T17:48:05Z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d060dfb4-2f05-4a9a-bd8b-305b9f7b084b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